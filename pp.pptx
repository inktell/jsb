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56.png" ContentType="image/png"/>
  <Override PartName="/ppt/media/image104.png" ContentType="image/png"/>
  <Override PartName="/ppt/media/image55.png" ContentType="image/png"/>
  <Override PartName="/ppt/media/image103.png" ContentType="image/png"/>
  <Override PartName="/ppt/media/image54.png" ContentType="image/png"/>
  <Override PartName="/ppt/media/image102.png" ContentType="image/png"/>
  <Override PartName="/ppt/media/image53.png" ContentType="image/png"/>
  <Override PartName="/ppt/media/image101.png" ContentType="image/png"/>
  <Override PartName="/ppt/media/image52.png" ContentType="image/png"/>
  <Override PartName="/ppt/media/image100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83.png" ContentType="image/png"/>
  <Override PartName="/ppt/media/image57.png" ContentType="image/png"/>
  <Override PartName="/ppt/media/image105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82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81.png" ContentType="image/png"/>
  <Override PartName="/ppt/media/image47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80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84.png" ContentType="image/png"/>
  <Override PartName="/ppt/media/image58.png" ContentType="image/png"/>
  <Override PartName="/ppt/media/image106.png" ContentType="image/png"/>
  <Override PartName="/ppt/media/image21.png" ContentType="image/png"/>
  <Override PartName="/ppt/media/image59.png" ContentType="image/png"/>
  <Override PartName="/ppt/media/image107.png" ContentType="image/png"/>
  <Override PartName="/ppt/media/image70.png" ContentType="image/png"/>
  <Override PartName="/ppt/media/image71.png" ContentType="image/png"/>
  <Override PartName="/ppt/media/image74.png" ContentType="image/png"/>
  <Override PartName="/ppt/media/image122.png" ContentType="image/png"/>
  <Override PartName="/ppt/media/image75.png" ContentType="image/png"/>
  <Override PartName="/ppt/media/image123.png" ContentType="image/png"/>
  <Override PartName="/ppt/media/image76.png" ContentType="image/png"/>
  <Override PartName="/ppt/media/image77.png" ContentType="image/png"/>
  <Override PartName="/ppt/media/image85.png" ContentType="image/png"/>
  <Override PartName="/ppt/media/image79.png" ContentType="image/png"/>
  <Override PartName="/ppt/media/image109.png" ContentType="image/png"/>
  <Override PartName="/ppt/media/image28.png" ContentType="image/png"/>
  <Override PartName="/ppt/media/image93.png" ContentType="image/png"/>
  <Override PartName="/ppt/media/image78.png" ContentType="image/png"/>
  <Override PartName="/ppt/media/image108.png" ContentType="image/png"/>
  <Override PartName="/ppt/media/image99.png" ContentType="image/png"/>
  <Override PartName="/ppt/media/image72.png" ContentType="image/png"/>
  <Override PartName="/ppt/media/image120.png" ContentType="image/png"/>
  <Override PartName="/ppt/media/image22.png" ContentType="image/png"/>
  <Override PartName="/ppt/media/image87.png" ContentType="image/png"/>
  <Override PartName="/ppt/media/image98.png" ContentType="image/png"/>
  <Override PartName="/ppt/media/image61.png" ContentType="image/png"/>
  <Override PartName="/ppt/media/image86.png" ContentType="image/png"/>
  <Override PartName="/ppt/media/image97.png" ContentType="image/png"/>
  <Override PartName="/ppt/media/image60.png" ContentType="image/png"/>
  <Override PartName="/ppt/media/image96.png" ContentType="image/png"/>
  <Override PartName="/ppt/media/image95.png" ContentType="image/png"/>
  <Override PartName="/ppt/media/image73.png" ContentType="image/png"/>
  <Override PartName="/ppt/media/image121.png" ContentType="image/png"/>
  <Override PartName="/ppt/media/image119.png" ContentType="image/png"/>
  <Override PartName="/ppt/media/image24.png" ContentType="image/png"/>
  <Override PartName="/ppt/media/image89.png" ContentType="image/png"/>
  <Override PartName="/ppt/media/image62.png" ContentType="image/png"/>
  <Override PartName="/ppt/media/image110.png" ContentType="image/png"/>
  <Override PartName="/ppt/media/image118.png" ContentType="image/png"/>
  <Override PartName="/ppt/media/image23.png" ContentType="image/png"/>
  <Override PartName="/ppt/media/image88.png" ContentType="image/png"/>
  <Override PartName="/ppt/media/image117.png" ContentType="image/png"/>
  <Override PartName="/ppt/media/image69.png" ContentType="image/png"/>
  <Override PartName="/ppt/media/image116.png" ContentType="image/png"/>
  <Override PartName="/ppt/media/image68.png" ContentType="image/png"/>
  <Override PartName="/ppt/media/image115.png" ContentType="image/png"/>
  <Override PartName="/ppt/media/image67.png" ContentType="image/png"/>
  <Override PartName="/ppt/media/image114.png" ContentType="image/png"/>
  <Override PartName="/ppt/media/image66.png" ContentType="image/png"/>
  <Override PartName="/ppt/media/image65.png" ContentType="image/png"/>
  <Override PartName="/ppt/media/image113.png" ContentType="image/png"/>
  <Override PartName="/ppt/media/image64.png" ContentType="image/png"/>
  <Override PartName="/ppt/media/image112.png" ContentType="image/png"/>
  <Override PartName="/ppt/media/image63.png" ContentType="image/png"/>
  <Override PartName="/ppt/media/image111.png" ContentType="image/png"/>
  <Override PartName="/ppt/media/image29.png" ContentType="image/png"/>
  <Override PartName="/ppt/media/image94.png" ContentType="image/png"/>
  <Override PartName="/ppt/media/image92.png" ContentType="image/png"/>
  <Override PartName="/ppt/media/image27.png" ContentType="image/png"/>
  <Override PartName="/ppt/media/image91.png" ContentType="image/png"/>
  <Override PartName="/ppt/media/image26.png" ContentType="image/png"/>
  <Override PartName="/ppt/media/image90.png" ContentType="image/png"/>
  <Override PartName="/ppt/media/image2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Nhấn để chỉnh </a:t>
            </a: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sửa định dạng </a:t>
            </a: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cho tiêu đề</a:t>
            </a: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vi-VN" sz="2800" spc="-1" strike="noStrike">
                <a:solidFill>
                  <a:schemeClr val="dk1"/>
                </a:solidFill>
                <a:latin typeface="Arial"/>
              </a:rPr>
              <a:t>Nhấn để chỉnh sửa định dạng văn bản phác thảo</a:t>
            </a:r>
            <a:endParaRPr b="0" lang="vi-VN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Cấp phác thảo thứ hai</a:t>
            </a:r>
            <a:endParaRPr b="0" lang="vi-VN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Cấp phác thảo thứ ba</a:t>
            </a:r>
            <a:endParaRPr b="0" lang="vi-VN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Cấp phác thảo thứ tư</a:t>
            </a:r>
            <a:endParaRPr b="0" lang="vi-VN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Cấp phác thảo thứ năm</a:t>
            </a:r>
            <a:endParaRPr b="0" lang="vi-VN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Cấp phác thảo thứ sáu</a:t>
            </a:r>
            <a:endParaRPr b="0" lang="vi-VN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Cấp phác thảo thứ bảy</a:t>
            </a:r>
            <a:endParaRPr b="0" lang="vi-VN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Relationship Id="rId20" Type="http://schemas.openxmlformats.org/officeDocument/2006/relationships/image" Target="../media/image30.png"/><Relationship Id="rId2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image" Target="../media/image13.png"/><Relationship Id="rId4" Type="http://schemas.openxmlformats.org/officeDocument/2006/relationships/image" Target="../media/image32.png"/><Relationship Id="rId5" Type="http://schemas.openxmlformats.org/officeDocument/2006/relationships/image" Target="../media/image15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16.png"/><Relationship Id="rId2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7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3.png"/><Relationship Id="rId8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4.png"/><Relationship Id="rId3" Type="http://schemas.openxmlformats.org/officeDocument/2006/relationships/image" Target="../media/image13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image" Target="../media/image65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7.pn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67.png"/><Relationship Id="rId7" Type="http://schemas.openxmlformats.org/officeDocument/2006/relationships/image" Target="../media/image10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88.png"/><Relationship Id="rId3" Type="http://schemas.openxmlformats.org/officeDocument/2006/relationships/image" Target="../media/image67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67.png"/><Relationship Id="rId3" Type="http://schemas.openxmlformats.org/officeDocument/2006/relationships/image" Target="../media/image10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7.png"/><Relationship Id="rId3" Type="http://schemas.openxmlformats.org/officeDocument/2006/relationships/image" Target="../media/image10.png"/><Relationship Id="rId4" Type="http://schemas.openxmlformats.org/officeDocument/2006/relationships/image" Target="../media/image100.png"/><Relationship Id="rId5" Type="http://schemas.openxmlformats.org/officeDocument/2006/relationships/image" Target="../media/image64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0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image" Target="../media/image67.png"/><Relationship Id="rId3" Type="http://schemas.openxmlformats.org/officeDocument/2006/relationships/image" Target="../media/image10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83.png"/><Relationship Id="rId9" Type="http://schemas.openxmlformats.org/officeDocument/2006/relationships/image" Target="../media/image113.png"/><Relationship Id="rId10" Type="http://schemas.openxmlformats.org/officeDocument/2006/relationships/image" Target="../media/image114.pn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image" Target="../media/image15.png"/><Relationship Id="rId3" Type="http://schemas.openxmlformats.org/officeDocument/2006/relationships/image" Target="../media/image78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64.png"/><Relationship Id="rId6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1.png"/><Relationship Id="rId2" Type="http://schemas.openxmlformats.org/officeDocument/2006/relationships/image" Target="../media/image7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image" Target="../media/image61.png"/><Relationship Id="rId3" Type="http://schemas.openxmlformats.org/officeDocument/2006/relationships/image" Target="../media/image65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hyperlink" Target="https://fonts.google.com/specimen/Lobster" TargetMode="External"/><Relationship Id="rId3" Type="http://schemas.openxmlformats.org/officeDocument/2006/relationships/hyperlink" Target="https://fonts.google.com/specimen/montserrat" TargetMode="External"/><Relationship Id="rId4" Type="http://schemas.openxmlformats.org/officeDocument/2006/relationships/image" Target="../media/image67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" name="textbox 3"/>
          <p:cNvSpPr/>
          <p:nvPr/>
        </p:nvSpPr>
        <p:spPr>
          <a:xfrm>
            <a:off x="2804760" y="1795680"/>
            <a:ext cx="4010400" cy="18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62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sz="44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LUXE ACCESSORIES</a:t>
            </a:r>
            <a:endParaRPr b="0" lang="vi-VN" sz="4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3000"/>
              </a:lnSpc>
              <a:tabLst>
                <a:tab algn="l" pos="0"/>
              </a:tabLst>
            </a:pP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6"/>
              </a:lnSpc>
              <a:spcBef>
                <a:spcPts val="3"/>
              </a:spcBef>
              <a:tabLst>
                <a:tab algn="l" pos="0"/>
              </a:tabLst>
            </a:pP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Trương Le Tien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6" name="group 2"/>
          <p:cNvGrpSpPr/>
          <p:nvPr/>
        </p:nvGrpSpPr>
        <p:grpSpPr>
          <a:xfrm>
            <a:off x="1800000" y="1332000"/>
            <a:ext cx="5580000" cy="3513240"/>
            <a:chOff x="1800000" y="1332000"/>
            <a:chExt cx="5580000" cy="3513240"/>
          </a:xfrm>
        </p:grpSpPr>
        <p:pic>
          <p:nvPicPr>
            <p:cNvPr id="7" name="picture 14" descr=""/>
            <p:cNvPicPr/>
            <p:nvPr/>
          </p:nvPicPr>
          <p:blipFill>
            <a:blip r:embed="rId2"/>
            <a:stretch/>
          </p:blipFill>
          <p:spPr>
            <a:xfrm>
              <a:off x="1800000" y="1355760"/>
              <a:ext cx="5580000" cy="3489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" name="textbox 15"/>
            <p:cNvSpPr/>
            <p:nvPr/>
          </p:nvSpPr>
          <p:spPr>
            <a:xfrm>
              <a:off x="3025080" y="1332000"/>
              <a:ext cx="4041720" cy="251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72000"/>
                </a:lnSpc>
              </a:pPr>
              <a:endParaRPr b="0" lang="vi-VN" sz="1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3000"/>
                </a:lnSpc>
                <a:tabLst>
                  <a:tab algn="l" pos="0"/>
                </a:tabLst>
              </a:pPr>
              <a:r>
                <a:rPr b="0" sz="8600" spc="-310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01</a:t>
              </a:r>
              <a:endParaRPr b="0" lang="vi-VN" sz="86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99000"/>
                </a:lnSpc>
                <a:spcBef>
                  <a:spcPts val="425"/>
                </a:spcBef>
                <a:tabLst>
                  <a:tab algn="l" pos="0"/>
                </a:tabLst>
              </a:pPr>
              <a:r>
                <a:rPr b="0" sz="5000" spc="-310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Sản phẩm thiết kế</a:t>
              </a:r>
              <a:endParaRPr b="0" lang="vi-VN" sz="5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" name="picture 16" descr=""/>
          <p:cNvPicPr/>
          <p:nvPr/>
        </p:nvPicPr>
        <p:blipFill>
          <a:blip r:embed="rId3"/>
          <a:stretch/>
        </p:blipFill>
        <p:spPr>
          <a:xfrm>
            <a:off x="6150960" y="0"/>
            <a:ext cx="2992680" cy="293796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7" descr=""/>
          <p:cNvPicPr/>
          <p:nvPr/>
        </p:nvPicPr>
        <p:blipFill>
          <a:blip r:embed="rId4"/>
          <a:stretch/>
        </p:blipFill>
        <p:spPr>
          <a:xfrm>
            <a:off x="7015320" y="3236400"/>
            <a:ext cx="2128320" cy="190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2" name="picture 4" descr=""/>
          <p:cNvPicPr/>
          <p:nvPr/>
        </p:nvPicPr>
        <p:blipFill>
          <a:blip r:embed="rId2"/>
          <a:stretch/>
        </p:blipFill>
        <p:spPr>
          <a:xfrm>
            <a:off x="6871320" y="0"/>
            <a:ext cx="2272320" cy="2486520"/>
          </a:xfrm>
          <a:prstGeom prst="rect">
            <a:avLst/>
          </a:prstGeom>
          <a:ln w="0">
            <a:noFill/>
          </a:ln>
        </p:spPr>
      </p:pic>
      <p:pic>
        <p:nvPicPr>
          <p:cNvPr id="13" name="picture 5" descr=""/>
          <p:cNvPicPr/>
          <p:nvPr/>
        </p:nvPicPr>
        <p:blipFill>
          <a:blip r:embed="rId3"/>
          <a:stretch/>
        </p:blipFill>
        <p:spPr>
          <a:xfrm>
            <a:off x="3173760" y="681480"/>
            <a:ext cx="5969880" cy="4461840"/>
          </a:xfrm>
          <a:prstGeom prst="rect">
            <a:avLst/>
          </a:prstGeom>
          <a:ln w="0">
            <a:noFill/>
          </a:ln>
        </p:spPr>
      </p:pic>
      <p:pic>
        <p:nvPicPr>
          <p:cNvPr id="14" name="picture 6" descr=""/>
          <p:cNvPicPr/>
          <p:nvPr/>
        </p:nvPicPr>
        <p:blipFill>
          <a:blip r:embed="rId4"/>
          <a:stretch/>
        </p:blipFill>
        <p:spPr>
          <a:xfrm>
            <a:off x="0" y="3153960"/>
            <a:ext cx="2012760" cy="1989360"/>
          </a:xfrm>
          <a:prstGeom prst="rect">
            <a:avLst/>
          </a:prstGeom>
          <a:ln w="0">
            <a:noFill/>
          </a:ln>
        </p:spPr>
      </p:pic>
      <p:sp>
        <p:nvSpPr>
          <p:cNvPr id="15" name="textbox 1"/>
          <p:cNvSpPr/>
          <p:nvPr/>
        </p:nvSpPr>
        <p:spPr>
          <a:xfrm>
            <a:off x="1881720" y="1445040"/>
            <a:ext cx="308952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7515"/>
              </a:lnSpc>
              <a:tabLst>
                <a:tab algn="l" pos="0"/>
              </a:tabLst>
            </a:pPr>
            <a:r>
              <a:rPr b="0" sz="4800" spc="-171" strike="noStrike">
                <a:solidFill>
                  <a:srgbClr val="e5d5be"/>
                </a:solidFill>
                <a:latin typeface="Times New Roman"/>
                <a:ea typeface="Times New Roman"/>
              </a:rPr>
              <a:t>l</a:t>
            </a:r>
            <a:endParaRPr b="0" lang="vi-VN" sz="4800" spc="-1" strike="noStrike">
              <a:solidFill>
                <a:srgbClr val="000000"/>
              </a:solidFill>
              <a:latin typeface="Arial"/>
            </a:endParaRPr>
          </a:p>
          <a:p>
            <a:pPr marL="12600" indent="17280" defTabSz="914400">
              <a:lnSpc>
                <a:spcPct val="11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-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          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-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         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op</a:t>
            </a:r>
            <a:r>
              <a:rPr b="0" sz="1100" spc="123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       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4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marL="12600" indent="17280" defTabSz="914400">
              <a:lnSpc>
                <a:spcPct val="110000"/>
              </a:lnSpc>
              <a:spcBef>
                <a:spcPts val="34"/>
              </a:spcBef>
              <a:tabLst>
                <a:tab algn="l" pos="0"/>
              </a:tabLst>
            </a:pP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-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          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-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         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op</a:t>
            </a:r>
            <a:r>
              <a:rPr b="0" sz="1100" spc="123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       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4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picture 7" descr=""/>
          <p:cNvPicPr/>
          <p:nvPr/>
        </p:nvPicPr>
        <p:blipFill>
          <a:blip r:embed="rId5"/>
          <a:stretch/>
        </p:blipFill>
        <p:spPr>
          <a:xfrm>
            <a:off x="164520" y="0"/>
            <a:ext cx="722160" cy="253944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8" descr=""/>
          <p:cNvPicPr/>
          <p:nvPr/>
        </p:nvPicPr>
        <p:blipFill>
          <a:blip r:embed="rId6"/>
          <a:stretch/>
        </p:blipFill>
        <p:spPr>
          <a:xfrm>
            <a:off x="0" y="0"/>
            <a:ext cx="2342160" cy="92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9" name="picture 10" descr=""/>
          <p:cNvPicPr/>
          <p:nvPr/>
        </p:nvPicPr>
        <p:blipFill>
          <a:blip r:embed="rId2"/>
          <a:stretch/>
        </p:blipFill>
        <p:spPr>
          <a:xfrm>
            <a:off x="0" y="0"/>
            <a:ext cx="5996880" cy="5143320"/>
          </a:xfrm>
          <a:prstGeom prst="rect">
            <a:avLst/>
          </a:prstGeom>
          <a:ln w="0">
            <a:noFill/>
          </a:ln>
        </p:spPr>
      </p:pic>
      <p:pic>
        <p:nvPicPr>
          <p:cNvPr id="20" name="picture 11" descr=""/>
          <p:cNvPicPr/>
          <p:nvPr/>
        </p:nvPicPr>
        <p:blipFill>
          <a:blip r:embed="rId3"/>
          <a:stretch/>
        </p:blipFill>
        <p:spPr>
          <a:xfrm>
            <a:off x="6673680" y="2658240"/>
            <a:ext cx="2469960" cy="2485080"/>
          </a:xfrm>
          <a:prstGeom prst="rect">
            <a:avLst/>
          </a:prstGeom>
          <a:ln w="0">
            <a:noFill/>
          </a:ln>
        </p:spPr>
      </p:pic>
      <p:pic>
        <p:nvPicPr>
          <p:cNvPr id="21" name="picture 12" descr=""/>
          <p:cNvPicPr/>
          <p:nvPr/>
        </p:nvPicPr>
        <p:blipFill>
          <a:blip r:embed="rId4"/>
          <a:stretch/>
        </p:blipFill>
        <p:spPr>
          <a:xfrm>
            <a:off x="7525080" y="0"/>
            <a:ext cx="1618560" cy="4720320"/>
          </a:xfrm>
          <a:prstGeom prst="rect">
            <a:avLst/>
          </a:prstGeom>
          <a:ln w="0">
            <a:noFill/>
          </a:ln>
        </p:spPr>
      </p:pic>
      <p:pic>
        <p:nvPicPr>
          <p:cNvPr id="22" name="picture 15" descr=""/>
          <p:cNvPicPr/>
          <p:nvPr/>
        </p:nvPicPr>
        <p:blipFill>
          <a:blip r:embed="rId5"/>
          <a:stretch/>
        </p:blipFill>
        <p:spPr>
          <a:xfrm>
            <a:off x="0" y="0"/>
            <a:ext cx="2363400" cy="2295360"/>
          </a:xfrm>
          <a:prstGeom prst="rect">
            <a:avLst/>
          </a:prstGeom>
          <a:ln w="0">
            <a:noFill/>
          </a:ln>
        </p:spPr>
      </p:pic>
      <p:pic>
        <p:nvPicPr>
          <p:cNvPr id="23" name="picture 18" descr=""/>
          <p:cNvPicPr/>
          <p:nvPr/>
        </p:nvPicPr>
        <p:blipFill>
          <a:blip r:embed="rId6"/>
          <a:stretch/>
        </p:blipFill>
        <p:spPr>
          <a:xfrm>
            <a:off x="4129560" y="2438640"/>
            <a:ext cx="5014080" cy="50040"/>
          </a:xfrm>
          <a:prstGeom prst="rect">
            <a:avLst/>
          </a:prstGeom>
          <a:ln w="0">
            <a:noFill/>
          </a:ln>
        </p:spPr>
      </p:pic>
      <p:pic>
        <p:nvPicPr>
          <p:cNvPr id="24" name="picture 22" descr=""/>
          <p:cNvPicPr/>
          <p:nvPr/>
        </p:nvPicPr>
        <p:blipFill>
          <a:blip r:embed="rId7"/>
          <a:stretch/>
        </p:blipFill>
        <p:spPr>
          <a:xfrm>
            <a:off x="7525080" y="2374920"/>
            <a:ext cx="348120" cy="169560"/>
          </a:xfrm>
          <a:prstGeom prst="rect">
            <a:avLst/>
          </a:prstGeom>
          <a:ln w="0">
            <a:noFill/>
          </a:ln>
        </p:spPr>
      </p:pic>
      <p:pic>
        <p:nvPicPr>
          <p:cNvPr id="25" name="picture 23" descr=""/>
          <p:cNvPicPr/>
          <p:nvPr/>
        </p:nvPicPr>
        <p:blipFill>
          <a:blip r:embed="rId8"/>
          <a:stretch/>
        </p:blipFill>
        <p:spPr>
          <a:xfrm>
            <a:off x="7109640" y="1701360"/>
            <a:ext cx="1523520" cy="1498320"/>
          </a:xfrm>
          <a:prstGeom prst="rect">
            <a:avLst/>
          </a:prstGeom>
          <a:ln w="0">
            <a:noFill/>
          </a:ln>
        </p:spPr>
      </p:pic>
      <p:pic>
        <p:nvPicPr>
          <p:cNvPr id="26" name="picture 24" descr=""/>
          <p:cNvPicPr/>
          <p:nvPr/>
        </p:nvPicPr>
        <p:blipFill>
          <a:blip r:embed="rId9"/>
          <a:stretch/>
        </p:blipFill>
        <p:spPr>
          <a:xfrm>
            <a:off x="3775320" y="2121840"/>
            <a:ext cx="696960" cy="331200"/>
          </a:xfrm>
          <a:prstGeom prst="rect">
            <a:avLst/>
          </a:prstGeom>
          <a:ln w="0">
            <a:noFill/>
          </a:ln>
        </p:spPr>
      </p:pic>
      <p:pic>
        <p:nvPicPr>
          <p:cNvPr id="27" name="picture 39" descr=""/>
          <p:cNvPicPr/>
          <p:nvPr/>
        </p:nvPicPr>
        <p:blipFill>
          <a:blip r:embed="rId10"/>
          <a:stretch/>
        </p:blipFill>
        <p:spPr>
          <a:xfrm>
            <a:off x="3775320" y="2374920"/>
            <a:ext cx="348120" cy="16956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40" descr=""/>
          <p:cNvPicPr/>
          <p:nvPr/>
        </p:nvPicPr>
        <p:blipFill>
          <a:blip r:embed="rId11"/>
          <a:stretch/>
        </p:blipFill>
        <p:spPr>
          <a:xfrm>
            <a:off x="3359880" y="1701360"/>
            <a:ext cx="1523520" cy="1498320"/>
          </a:xfrm>
          <a:prstGeom prst="rect">
            <a:avLst/>
          </a:prstGeom>
          <a:ln w="0">
            <a:noFill/>
          </a:ln>
        </p:spPr>
      </p:pic>
      <p:sp>
        <p:nvSpPr>
          <p:cNvPr id="29" name="textbox 2"/>
          <p:cNvSpPr/>
          <p:nvPr/>
        </p:nvSpPr>
        <p:spPr>
          <a:xfrm>
            <a:off x="7182360" y="2936160"/>
            <a:ext cx="1391400" cy="8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4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1600" spc="18" strike="noStrike">
                <a:solidFill>
                  <a:srgbClr val="e5d5be"/>
                </a:solidFill>
                <a:latin typeface="Times New Roman"/>
                <a:ea typeface="Times New Roman"/>
              </a:rPr>
              <a:t>Tuần 2</a:t>
            </a:r>
            <a:endParaRPr b="0" lang="vi-VN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312"/>
              </a:spcBef>
              <a:tabLst>
                <a:tab algn="l" pos="0"/>
              </a:tabLst>
            </a:pP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Thiết kế trang web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5"/>
          <p:cNvSpPr/>
          <p:nvPr/>
        </p:nvSpPr>
        <p:spPr>
          <a:xfrm>
            <a:off x="3439440" y="2936520"/>
            <a:ext cx="139140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1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1600" spc="18" strike="noStrike">
                <a:solidFill>
                  <a:srgbClr val="e5d5be"/>
                </a:solidFill>
                <a:latin typeface="Times New Roman"/>
                <a:ea typeface="Times New Roman"/>
              </a:rPr>
              <a:t>Tuàn 1</a:t>
            </a:r>
            <a:endParaRPr b="0" lang="vi-VN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312"/>
              </a:spcBef>
              <a:tabLst>
                <a:tab algn="l" pos="0"/>
              </a:tabLst>
            </a:pP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Lên ý tưởng thiết kế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box 6"/>
          <p:cNvSpPr/>
          <p:nvPr/>
        </p:nvSpPr>
        <p:spPr>
          <a:xfrm>
            <a:off x="3458880" y="461160"/>
            <a:ext cx="22330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8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4000"/>
              </a:lnSpc>
              <a:tabLst>
                <a:tab algn="l" pos="0"/>
              </a:tabLst>
            </a:pPr>
            <a:r>
              <a:rPr b="0" sz="3300" spc="-120" strike="noStrike">
                <a:solidFill>
                  <a:srgbClr val="e5d5be"/>
                </a:solidFill>
                <a:latin typeface="Times New Roman"/>
                <a:ea typeface="Times New Roman"/>
              </a:rPr>
              <a:t>Thời gian thiết kế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picture 41" descr=""/>
          <p:cNvPicPr/>
          <p:nvPr/>
        </p:nvPicPr>
        <p:blipFill>
          <a:blip r:embed="rId12"/>
          <a:stretch/>
        </p:blipFill>
        <p:spPr>
          <a:xfrm>
            <a:off x="3825360" y="2157840"/>
            <a:ext cx="645840" cy="67392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73" descr=""/>
          <p:cNvPicPr/>
          <p:nvPr/>
        </p:nvPicPr>
        <p:blipFill>
          <a:blip r:embed="rId13"/>
          <a:stretch/>
        </p:blipFill>
        <p:spPr>
          <a:xfrm>
            <a:off x="7575120" y="2157840"/>
            <a:ext cx="645840" cy="673920"/>
          </a:xfrm>
          <a:prstGeom prst="rect">
            <a:avLst/>
          </a:prstGeom>
          <a:ln w="0">
            <a:noFill/>
          </a:ln>
        </p:spPr>
      </p:pic>
      <p:pic>
        <p:nvPicPr>
          <p:cNvPr id="34" name="picture 78" descr=""/>
          <p:cNvPicPr/>
          <p:nvPr/>
        </p:nvPicPr>
        <p:blipFill>
          <a:blip r:embed="rId14"/>
          <a:stretch/>
        </p:blipFill>
        <p:spPr>
          <a:xfrm>
            <a:off x="6062400" y="2264760"/>
            <a:ext cx="10440" cy="393480"/>
          </a:xfrm>
          <a:prstGeom prst="rect">
            <a:avLst/>
          </a:prstGeom>
          <a:ln w="0">
            <a:noFill/>
          </a:ln>
        </p:spPr>
      </p:pic>
      <p:pic>
        <p:nvPicPr>
          <p:cNvPr id="35" name="picture 80" descr=""/>
          <p:cNvPicPr/>
          <p:nvPr/>
        </p:nvPicPr>
        <p:blipFill>
          <a:blip r:embed="rId15"/>
          <a:stretch/>
        </p:blipFill>
        <p:spPr>
          <a:xfrm>
            <a:off x="3866400" y="2451960"/>
            <a:ext cx="489960" cy="14760"/>
          </a:xfrm>
          <a:prstGeom prst="rect">
            <a:avLst/>
          </a:prstGeom>
          <a:ln w="0">
            <a:noFill/>
          </a:ln>
        </p:spPr>
      </p:pic>
      <p:pic>
        <p:nvPicPr>
          <p:cNvPr id="36" name="picture 81" descr=""/>
          <p:cNvPicPr/>
          <p:nvPr/>
        </p:nvPicPr>
        <p:blipFill>
          <a:blip r:embed="rId16"/>
          <a:stretch/>
        </p:blipFill>
        <p:spPr>
          <a:xfrm>
            <a:off x="4119120" y="2264760"/>
            <a:ext cx="10440" cy="39348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88" descr=""/>
          <p:cNvPicPr/>
          <p:nvPr/>
        </p:nvPicPr>
        <p:blipFill>
          <a:blip r:embed="rId17"/>
          <a:stretch/>
        </p:blipFill>
        <p:spPr>
          <a:xfrm>
            <a:off x="4006440" y="2329200"/>
            <a:ext cx="228240" cy="25848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89" descr=""/>
          <p:cNvPicPr/>
          <p:nvPr/>
        </p:nvPicPr>
        <p:blipFill>
          <a:blip r:embed="rId18"/>
          <a:stretch/>
        </p:blipFill>
        <p:spPr>
          <a:xfrm>
            <a:off x="7616520" y="2451960"/>
            <a:ext cx="489960" cy="1476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90" descr=""/>
          <p:cNvPicPr/>
          <p:nvPr/>
        </p:nvPicPr>
        <p:blipFill>
          <a:blip r:embed="rId19"/>
          <a:stretch/>
        </p:blipFill>
        <p:spPr>
          <a:xfrm>
            <a:off x="7868880" y="2264760"/>
            <a:ext cx="10440" cy="39348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91" descr=""/>
          <p:cNvPicPr/>
          <p:nvPr/>
        </p:nvPicPr>
        <p:blipFill>
          <a:blip r:embed="rId20"/>
          <a:stretch/>
        </p:blipFill>
        <p:spPr>
          <a:xfrm>
            <a:off x="7756200" y="2329200"/>
            <a:ext cx="228240" cy="25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5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56" descr=""/>
          <p:cNvPicPr/>
          <p:nvPr/>
        </p:nvPicPr>
        <p:blipFill>
          <a:blip r:embed="rId2"/>
          <a:stretch/>
        </p:blipFill>
        <p:spPr>
          <a:xfrm>
            <a:off x="3908880" y="0"/>
            <a:ext cx="5234760" cy="5143320"/>
          </a:xfrm>
          <a:prstGeom prst="rect">
            <a:avLst/>
          </a:prstGeom>
          <a:ln w="0">
            <a:noFill/>
          </a:ln>
        </p:spPr>
      </p:pic>
      <p:pic>
        <p:nvPicPr>
          <p:cNvPr id="43" name="picture 57" descr=""/>
          <p:cNvPicPr/>
          <p:nvPr/>
        </p:nvPicPr>
        <p:blipFill>
          <a:blip r:embed="rId3"/>
          <a:stretch/>
        </p:blipFill>
        <p:spPr>
          <a:xfrm>
            <a:off x="0" y="2658240"/>
            <a:ext cx="2469960" cy="248508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58" descr=""/>
          <p:cNvPicPr/>
          <p:nvPr/>
        </p:nvPicPr>
        <p:blipFill>
          <a:blip r:embed="rId4"/>
          <a:stretch/>
        </p:blipFill>
        <p:spPr>
          <a:xfrm>
            <a:off x="0" y="0"/>
            <a:ext cx="1311480" cy="472032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59" descr=""/>
          <p:cNvPicPr/>
          <p:nvPr/>
        </p:nvPicPr>
        <p:blipFill>
          <a:blip r:embed="rId5"/>
          <a:stretch/>
        </p:blipFill>
        <p:spPr>
          <a:xfrm>
            <a:off x="6780240" y="0"/>
            <a:ext cx="2363400" cy="229536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60" descr=""/>
          <p:cNvPicPr/>
          <p:nvPr/>
        </p:nvPicPr>
        <p:blipFill>
          <a:blip r:embed="rId6"/>
          <a:stretch/>
        </p:blipFill>
        <p:spPr>
          <a:xfrm>
            <a:off x="2869560" y="2445480"/>
            <a:ext cx="196920" cy="3564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62" descr=""/>
          <p:cNvPicPr/>
          <p:nvPr/>
        </p:nvPicPr>
        <p:blipFill>
          <a:blip r:embed="rId7"/>
          <a:stretch/>
        </p:blipFill>
        <p:spPr>
          <a:xfrm>
            <a:off x="921600" y="2121840"/>
            <a:ext cx="696960" cy="33120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63" descr=""/>
          <p:cNvPicPr/>
          <p:nvPr/>
        </p:nvPicPr>
        <p:blipFill>
          <a:blip r:embed="rId8"/>
          <a:stretch/>
        </p:blipFill>
        <p:spPr>
          <a:xfrm>
            <a:off x="5182920" y="2441880"/>
            <a:ext cx="89280" cy="35640"/>
          </a:xfrm>
          <a:prstGeom prst="rect">
            <a:avLst/>
          </a:prstGeom>
          <a:ln w="0">
            <a:noFill/>
          </a:ln>
        </p:spPr>
      </p:pic>
      <p:pic>
        <p:nvPicPr>
          <p:cNvPr id="49" name="picture 64" descr=""/>
          <p:cNvPicPr/>
          <p:nvPr/>
        </p:nvPicPr>
        <p:blipFill>
          <a:blip r:embed="rId9"/>
          <a:stretch/>
        </p:blipFill>
        <p:spPr>
          <a:xfrm>
            <a:off x="5020200" y="2374920"/>
            <a:ext cx="348120" cy="16956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65" descr=""/>
          <p:cNvPicPr/>
          <p:nvPr/>
        </p:nvPicPr>
        <p:blipFill>
          <a:blip r:embed="rId10"/>
          <a:stretch/>
        </p:blipFill>
        <p:spPr>
          <a:xfrm>
            <a:off x="4672440" y="2157840"/>
            <a:ext cx="645840" cy="67392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69" descr=""/>
          <p:cNvPicPr/>
          <p:nvPr/>
        </p:nvPicPr>
        <p:blipFill>
          <a:blip r:embed="rId11"/>
          <a:stretch/>
        </p:blipFill>
        <p:spPr>
          <a:xfrm>
            <a:off x="1038240" y="2453040"/>
            <a:ext cx="250560" cy="3564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70" descr=""/>
          <p:cNvPicPr/>
          <p:nvPr/>
        </p:nvPicPr>
        <p:blipFill>
          <a:blip r:embed="rId12"/>
          <a:stretch/>
        </p:blipFill>
        <p:spPr>
          <a:xfrm>
            <a:off x="1270440" y="2374920"/>
            <a:ext cx="348120" cy="169560"/>
          </a:xfrm>
          <a:prstGeom prst="rect">
            <a:avLst/>
          </a:prstGeom>
          <a:ln w="0">
            <a:noFill/>
          </a:ln>
        </p:spPr>
      </p:pic>
      <p:pic>
        <p:nvPicPr>
          <p:cNvPr id="53" name="picture 71" descr=""/>
          <p:cNvPicPr/>
          <p:nvPr/>
        </p:nvPicPr>
        <p:blipFill>
          <a:blip r:embed="rId13"/>
          <a:stretch/>
        </p:blipFill>
        <p:spPr>
          <a:xfrm>
            <a:off x="507960" y="1701720"/>
            <a:ext cx="1523520" cy="149832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72" descr=""/>
          <p:cNvPicPr/>
          <p:nvPr/>
        </p:nvPicPr>
        <p:blipFill>
          <a:blip r:embed="rId14"/>
          <a:stretch/>
        </p:blipFill>
        <p:spPr>
          <a:xfrm>
            <a:off x="922680" y="2157840"/>
            <a:ext cx="645840" cy="67392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74" descr=""/>
          <p:cNvPicPr/>
          <p:nvPr/>
        </p:nvPicPr>
        <p:blipFill>
          <a:blip r:embed="rId15"/>
          <a:stretch/>
        </p:blipFill>
        <p:spPr>
          <a:xfrm>
            <a:off x="4806360" y="2443320"/>
            <a:ext cx="196920" cy="3600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75" descr=""/>
          <p:cNvPicPr/>
          <p:nvPr/>
        </p:nvPicPr>
        <p:blipFill>
          <a:blip r:embed="rId16"/>
          <a:stretch/>
        </p:blipFill>
        <p:spPr>
          <a:xfrm>
            <a:off x="4671720" y="2121840"/>
            <a:ext cx="696960" cy="33120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76" descr=""/>
          <p:cNvPicPr/>
          <p:nvPr/>
        </p:nvPicPr>
        <p:blipFill>
          <a:blip r:embed="rId17"/>
          <a:stretch/>
        </p:blipFill>
        <p:spPr>
          <a:xfrm>
            <a:off x="4254480" y="1701720"/>
            <a:ext cx="1523520" cy="1498320"/>
          </a:xfrm>
          <a:prstGeom prst="rect">
            <a:avLst/>
          </a:prstGeom>
          <a:ln w="0">
            <a:noFill/>
          </a:ln>
        </p:spPr>
      </p:pic>
      <p:sp>
        <p:nvSpPr>
          <p:cNvPr id="58" name="textbox 77"/>
          <p:cNvSpPr/>
          <p:nvPr/>
        </p:nvSpPr>
        <p:spPr>
          <a:xfrm>
            <a:off x="582480" y="2923560"/>
            <a:ext cx="139140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9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16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Tuần 3</a:t>
            </a:r>
            <a:endParaRPr b="0" lang="vi-VN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315"/>
              </a:spcBef>
              <a:tabLst>
                <a:tab algn="l" pos="0"/>
              </a:tabLst>
            </a:pP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Thiết kế trang thuyết trình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79"/>
          <p:cNvSpPr/>
          <p:nvPr/>
        </p:nvSpPr>
        <p:spPr>
          <a:xfrm>
            <a:off x="4325400" y="2923560"/>
            <a:ext cx="139140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1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1600" spc="58" strike="noStrike">
                <a:solidFill>
                  <a:srgbClr val="e5d5be"/>
                </a:solidFill>
                <a:latin typeface="Times New Roman"/>
                <a:ea typeface="Times New Roman"/>
              </a:rPr>
              <a:t>Tuần 4</a:t>
            </a:r>
            <a:endParaRPr b="0" lang="vi-VN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312"/>
              </a:spcBef>
              <a:tabLst>
                <a:tab algn="l" pos="0"/>
              </a:tabLst>
            </a:pP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Kiểm tra và hoàn thiện sản phẩm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80"/>
          <p:cNvSpPr/>
          <p:nvPr/>
        </p:nvSpPr>
        <p:spPr>
          <a:xfrm>
            <a:off x="3458880" y="448200"/>
            <a:ext cx="22330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8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4000"/>
              </a:lnSpc>
              <a:tabLst>
                <a:tab algn="l" pos="0"/>
              </a:tabLst>
            </a:pPr>
            <a:r>
              <a:rPr b="0" sz="3300" spc="-120" strike="noStrike">
                <a:solidFill>
                  <a:srgbClr val="e5d5be"/>
                </a:solidFill>
                <a:latin typeface="Times New Roman"/>
                <a:ea typeface="Times New Roman"/>
              </a:rPr>
              <a:t>Thời gian thiết kế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 82" descr=""/>
          <p:cNvPicPr/>
          <p:nvPr/>
        </p:nvPicPr>
        <p:blipFill>
          <a:blip r:embed="rId18"/>
          <a:stretch/>
        </p:blipFill>
        <p:spPr>
          <a:xfrm>
            <a:off x="5669280" y="2408040"/>
            <a:ext cx="147240" cy="10404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83" descr=""/>
          <p:cNvPicPr/>
          <p:nvPr/>
        </p:nvPicPr>
        <p:blipFill>
          <a:blip r:embed="rId19"/>
          <a:stretch/>
        </p:blipFill>
        <p:spPr>
          <a:xfrm>
            <a:off x="5000400" y="2329200"/>
            <a:ext cx="30600" cy="25848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84" descr=""/>
          <p:cNvPicPr/>
          <p:nvPr/>
        </p:nvPicPr>
        <p:blipFill>
          <a:blip r:embed="rId20"/>
          <a:stretch/>
        </p:blipFill>
        <p:spPr>
          <a:xfrm>
            <a:off x="3057120" y="2329200"/>
            <a:ext cx="30600" cy="25848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85" descr=""/>
          <p:cNvPicPr/>
          <p:nvPr/>
        </p:nvPicPr>
        <p:blipFill>
          <a:blip r:embed="rId21"/>
          <a:stretch/>
        </p:blipFill>
        <p:spPr>
          <a:xfrm>
            <a:off x="1250640" y="2329200"/>
            <a:ext cx="30600" cy="25848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19" descr=""/>
          <p:cNvPicPr/>
          <p:nvPr/>
        </p:nvPicPr>
        <p:blipFill>
          <a:blip r:embed="rId22"/>
          <a:stretch/>
        </p:blipFill>
        <p:spPr>
          <a:xfrm>
            <a:off x="0" y="2439000"/>
            <a:ext cx="5651640" cy="5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8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87" descr=""/>
          <p:cNvPicPr/>
          <p:nvPr/>
        </p:nvPicPr>
        <p:blipFill>
          <a:blip r:embed="rId2"/>
          <a:stretch/>
        </p:blipFill>
        <p:spPr>
          <a:xfrm>
            <a:off x="6491160" y="0"/>
            <a:ext cx="2494080" cy="2867040"/>
          </a:xfrm>
          <a:prstGeom prst="rect">
            <a:avLst/>
          </a:prstGeom>
          <a:ln w="0">
            <a:noFill/>
          </a:ln>
        </p:spPr>
      </p:pic>
      <p:sp>
        <p:nvSpPr>
          <p:cNvPr id="68" name="textbox 88"/>
          <p:cNvSpPr/>
          <p:nvPr/>
        </p:nvSpPr>
        <p:spPr>
          <a:xfrm>
            <a:off x="2827800" y="423720"/>
            <a:ext cx="326160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ha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452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452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u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452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apa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lang="zh-CN" sz="3300" spc="-41" strike="noStrike">
                <a:solidFill>
                  <a:srgbClr val="e5d5be"/>
                </a:solidFill>
                <a:latin typeface="SimSun"/>
                <a:ea typeface="SimSun"/>
              </a:rPr>
              <a:t>？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89"/>
          <p:cNvSpPr/>
          <p:nvPr/>
        </p:nvSpPr>
        <p:spPr>
          <a:xfrm>
            <a:off x="3651840" y="3544200"/>
            <a:ext cx="185652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23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83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90"/>
          <p:cNvSpPr/>
          <p:nvPr/>
        </p:nvSpPr>
        <p:spPr>
          <a:xfrm>
            <a:off x="1300320" y="3544200"/>
            <a:ext cx="185652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23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83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91"/>
          <p:cNvSpPr/>
          <p:nvPr/>
        </p:nvSpPr>
        <p:spPr>
          <a:xfrm>
            <a:off x="6003360" y="3544200"/>
            <a:ext cx="185652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23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83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92" descr=""/>
          <p:cNvPicPr/>
          <p:nvPr/>
        </p:nvPicPr>
        <p:blipFill>
          <a:blip r:embed="rId3"/>
          <a:stretch/>
        </p:blipFill>
        <p:spPr>
          <a:xfrm>
            <a:off x="1788120" y="1700280"/>
            <a:ext cx="864360" cy="116676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93" descr=""/>
          <p:cNvPicPr/>
          <p:nvPr/>
        </p:nvPicPr>
        <p:blipFill>
          <a:blip r:embed="rId4"/>
          <a:stretch/>
        </p:blipFill>
        <p:spPr>
          <a:xfrm>
            <a:off x="4139640" y="1700280"/>
            <a:ext cx="864360" cy="1166760"/>
          </a:xfrm>
          <a:prstGeom prst="rect">
            <a:avLst/>
          </a:prstGeom>
          <a:ln w="0">
            <a:noFill/>
          </a:ln>
        </p:spPr>
      </p:pic>
      <p:sp>
        <p:nvSpPr>
          <p:cNvPr id="74" name="textbox 94"/>
          <p:cNvSpPr/>
          <p:nvPr/>
        </p:nvSpPr>
        <p:spPr>
          <a:xfrm>
            <a:off x="1768680" y="3110040"/>
            <a:ext cx="905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95"/>
          <p:cNvSpPr/>
          <p:nvPr/>
        </p:nvSpPr>
        <p:spPr>
          <a:xfrm>
            <a:off x="4120200" y="3110040"/>
            <a:ext cx="905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96"/>
          <p:cNvSpPr/>
          <p:nvPr/>
        </p:nvSpPr>
        <p:spPr>
          <a:xfrm>
            <a:off x="6471720" y="3110040"/>
            <a:ext cx="905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9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98" descr=""/>
          <p:cNvPicPr/>
          <p:nvPr/>
        </p:nvPicPr>
        <p:blipFill>
          <a:blip r:embed="rId2"/>
          <a:stretch/>
        </p:blipFill>
        <p:spPr>
          <a:xfrm>
            <a:off x="7402320" y="3317400"/>
            <a:ext cx="1741320" cy="182556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99" descr=""/>
          <p:cNvPicPr/>
          <p:nvPr/>
        </p:nvPicPr>
        <p:blipFill>
          <a:blip r:embed="rId3"/>
          <a:stretch/>
        </p:blipFill>
        <p:spPr>
          <a:xfrm>
            <a:off x="5439600" y="2705400"/>
            <a:ext cx="3704040" cy="2437920"/>
          </a:xfrm>
          <a:prstGeom prst="rect">
            <a:avLst/>
          </a:prstGeom>
          <a:ln w="0">
            <a:noFill/>
          </a:ln>
        </p:spPr>
      </p:pic>
      <p:sp>
        <p:nvSpPr>
          <p:cNvPr id="80" name="textbox 100"/>
          <p:cNvSpPr/>
          <p:nvPr/>
        </p:nvSpPr>
        <p:spPr>
          <a:xfrm>
            <a:off x="3088440" y="443160"/>
            <a:ext cx="297540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G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u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ng</a:t>
            </a:r>
            <a:r>
              <a:rPr b="0" sz="3300" spc="-667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p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nc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p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l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101" descr=""/>
          <p:cNvPicPr/>
          <p:nvPr/>
        </p:nvPicPr>
        <p:blipFill>
          <a:blip r:embed="rId4"/>
          <a:stretch/>
        </p:blipFill>
        <p:spPr>
          <a:xfrm>
            <a:off x="7609320" y="0"/>
            <a:ext cx="1338840" cy="1209600"/>
          </a:xfrm>
          <a:prstGeom prst="rect">
            <a:avLst/>
          </a:prstGeom>
          <a:ln w="0">
            <a:noFill/>
          </a:ln>
        </p:spPr>
      </p:pic>
      <p:sp>
        <p:nvSpPr>
          <p:cNvPr id="82" name="textbox 102"/>
          <p:cNvSpPr/>
          <p:nvPr/>
        </p:nvSpPr>
        <p:spPr>
          <a:xfrm>
            <a:off x="2421720" y="2181960"/>
            <a:ext cx="18543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spcBef>
                <a:spcPts val="145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03"/>
          <p:cNvSpPr/>
          <p:nvPr/>
        </p:nvSpPr>
        <p:spPr>
          <a:xfrm>
            <a:off x="4884840" y="2181960"/>
            <a:ext cx="18543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spcBef>
                <a:spcPts val="145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04"/>
          <p:cNvSpPr/>
          <p:nvPr/>
        </p:nvSpPr>
        <p:spPr>
          <a:xfrm>
            <a:off x="2421720" y="3928320"/>
            <a:ext cx="18543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spcBef>
                <a:spcPts val="145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05"/>
          <p:cNvSpPr/>
          <p:nvPr/>
        </p:nvSpPr>
        <p:spPr>
          <a:xfrm>
            <a:off x="4884840" y="3928320"/>
            <a:ext cx="18543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spcBef>
                <a:spcPts val="145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106" descr=""/>
          <p:cNvPicPr/>
          <p:nvPr/>
        </p:nvPicPr>
        <p:blipFill>
          <a:blip r:embed="rId5"/>
          <a:stretch/>
        </p:blipFill>
        <p:spPr>
          <a:xfrm>
            <a:off x="3069000" y="1364760"/>
            <a:ext cx="542520" cy="73224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107" descr=""/>
          <p:cNvPicPr/>
          <p:nvPr/>
        </p:nvPicPr>
        <p:blipFill>
          <a:blip r:embed="rId6"/>
          <a:stretch/>
        </p:blipFill>
        <p:spPr>
          <a:xfrm>
            <a:off x="3069000" y="3111120"/>
            <a:ext cx="542520" cy="73224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108" descr=""/>
          <p:cNvPicPr/>
          <p:nvPr/>
        </p:nvPicPr>
        <p:blipFill>
          <a:blip r:embed="rId7"/>
          <a:stretch/>
        </p:blipFill>
        <p:spPr>
          <a:xfrm>
            <a:off x="5532120" y="3111120"/>
            <a:ext cx="542520" cy="7322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109" descr=""/>
          <p:cNvPicPr/>
          <p:nvPr/>
        </p:nvPicPr>
        <p:blipFill>
          <a:blip r:embed="rId8"/>
          <a:stretch/>
        </p:blipFill>
        <p:spPr>
          <a:xfrm>
            <a:off x="5532120" y="1364760"/>
            <a:ext cx="542520" cy="73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1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111" descr=""/>
          <p:cNvPicPr/>
          <p:nvPr/>
        </p:nvPicPr>
        <p:blipFill>
          <a:blip r:embed="rId2"/>
          <a:stretch/>
        </p:blipFill>
        <p:spPr>
          <a:xfrm>
            <a:off x="19800" y="0"/>
            <a:ext cx="2402640" cy="2539440"/>
          </a:xfrm>
          <a:prstGeom prst="rect">
            <a:avLst/>
          </a:prstGeom>
          <a:ln w="0">
            <a:noFill/>
          </a:ln>
        </p:spPr>
      </p:pic>
      <p:sp>
        <p:nvSpPr>
          <p:cNvPr id="92" name="textbox 112"/>
          <p:cNvSpPr/>
          <p:nvPr/>
        </p:nvSpPr>
        <p:spPr>
          <a:xfrm>
            <a:off x="2822760" y="346680"/>
            <a:ext cx="35035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Buy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er</a:t>
            </a:r>
            <a:r>
              <a:rPr b="0" sz="3300" spc="-412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p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ers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on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3300" spc="-412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p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oﬁle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13"/>
          <p:cNvSpPr/>
          <p:nvPr/>
        </p:nvSpPr>
        <p:spPr>
          <a:xfrm>
            <a:off x="3394440" y="1724760"/>
            <a:ext cx="2018160" cy="9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0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960" indent="-360" defTabSz="914400">
              <a:lnSpc>
                <a:spcPct val="104000"/>
              </a:lnSpc>
              <a:tabLst>
                <a:tab algn="l" pos="0"/>
              </a:tabLst>
            </a:pP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Purchase</a:t>
            </a:r>
            <a:r>
              <a:rPr b="0" sz="20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frequency: </a:t>
            </a: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Age</a:t>
            </a:r>
            <a:r>
              <a:rPr b="0" sz="20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and</a:t>
            </a:r>
            <a:r>
              <a:rPr b="0" sz="20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g</a:t>
            </a:r>
            <a:r>
              <a:rPr b="0" sz="20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nda:       </a:t>
            </a:r>
            <a:r>
              <a:rPr b="0" sz="1900" spc="-8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19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xp</a:t>
            </a:r>
            <a:r>
              <a:rPr b="0" sz="19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19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19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19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19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n</a:t>
            </a:r>
            <a:r>
              <a:rPr b="0" sz="19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ce</a:t>
            </a:r>
            <a:r>
              <a:rPr b="0" sz="19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:</a:t>
            </a:r>
            <a:endParaRPr b="0" lang="vi-V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14"/>
          <p:cNvSpPr/>
          <p:nvPr/>
        </p:nvSpPr>
        <p:spPr>
          <a:xfrm>
            <a:off x="3394440" y="3445200"/>
            <a:ext cx="2018160" cy="9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0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960" indent="-360" defTabSz="914400">
              <a:lnSpc>
                <a:spcPct val="104000"/>
              </a:lnSpc>
              <a:tabLst>
                <a:tab algn="l" pos="0"/>
              </a:tabLst>
            </a:pP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Purchase</a:t>
            </a:r>
            <a:r>
              <a:rPr b="0" sz="20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frequency: </a:t>
            </a: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Age</a:t>
            </a:r>
            <a:r>
              <a:rPr b="0" sz="20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and</a:t>
            </a:r>
            <a:r>
              <a:rPr b="0" sz="20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20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g</a:t>
            </a:r>
            <a:r>
              <a:rPr b="0" sz="20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nda:       </a:t>
            </a:r>
            <a:r>
              <a:rPr b="0" sz="1900" spc="-8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19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xp</a:t>
            </a:r>
            <a:r>
              <a:rPr b="0" sz="19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19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19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19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19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n</a:t>
            </a:r>
            <a:r>
              <a:rPr b="0" sz="19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ce</a:t>
            </a:r>
            <a:r>
              <a:rPr b="0" sz="19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:</a:t>
            </a:r>
            <a:endParaRPr b="0" lang="vi-VN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115" descr=""/>
          <p:cNvPicPr/>
          <p:nvPr/>
        </p:nvPicPr>
        <p:blipFill>
          <a:blip r:embed="rId3"/>
          <a:stretch/>
        </p:blipFill>
        <p:spPr>
          <a:xfrm>
            <a:off x="2103120" y="3342960"/>
            <a:ext cx="864360" cy="116676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116" descr=""/>
          <p:cNvPicPr/>
          <p:nvPr/>
        </p:nvPicPr>
        <p:blipFill>
          <a:blip r:embed="rId4"/>
          <a:stretch/>
        </p:blipFill>
        <p:spPr>
          <a:xfrm>
            <a:off x="2103120" y="1629360"/>
            <a:ext cx="864360" cy="116676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117" descr=""/>
          <p:cNvPicPr/>
          <p:nvPr/>
        </p:nvPicPr>
        <p:blipFill>
          <a:blip r:embed="rId5"/>
          <a:stretch/>
        </p:blipFill>
        <p:spPr>
          <a:xfrm>
            <a:off x="174600" y="4365000"/>
            <a:ext cx="1120320" cy="77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119" descr=""/>
          <p:cNvPicPr/>
          <p:nvPr/>
        </p:nvPicPr>
        <p:blipFill>
          <a:blip r:embed="rId2"/>
          <a:stretch/>
        </p:blipFill>
        <p:spPr>
          <a:xfrm>
            <a:off x="6912720" y="4394160"/>
            <a:ext cx="1114200" cy="748800"/>
          </a:xfrm>
          <a:prstGeom prst="rect">
            <a:avLst/>
          </a:prstGeom>
          <a:ln w="0">
            <a:noFill/>
          </a:ln>
        </p:spPr>
      </p:pic>
      <p:sp>
        <p:nvSpPr>
          <p:cNvPr id="100" name="textbox 120"/>
          <p:cNvSpPr/>
          <p:nvPr/>
        </p:nvSpPr>
        <p:spPr>
          <a:xfrm>
            <a:off x="4502520" y="1574640"/>
            <a:ext cx="2904840" cy="29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26280" indent="2160" defTabSz="914400">
              <a:lnSpc>
                <a:spcPct val="105000"/>
              </a:lnSpc>
              <a:spcBef>
                <a:spcPts val="1035"/>
              </a:spcBef>
              <a:tabLst>
                <a:tab algn="l" pos="0"/>
              </a:tabLst>
            </a:pP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2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200" spc="11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ad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16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4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12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26280" indent="2160" defTabSz="914400">
              <a:lnSpc>
                <a:spcPct val="105000"/>
              </a:lnSpc>
              <a:spcBef>
                <a:spcPts val="1035"/>
              </a:spcBef>
              <a:tabLst>
                <a:tab algn="l" pos="0"/>
              </a:tabLst>
            </a:pP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2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200" spc="11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ad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16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4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12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3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222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121" descr=""/>
          <p:cNvPicPr/>
          <p:nvPr/>
        </p:nvPicPr>
        <p:blipFill>
          <a:blip r:embed="rId3"/>
          <a:stretch/>
        </p:blipFill>
        <p:spPr>
          <a:xfrm>
            <a:off x="7408440" y="0"/>
            <a:ext cx="1735200" cy="4678920"/>
          </a:xfrm>
          <a:prstGeom prst="rect">
            <a:avLst/>
          </a:prstGeom>
          <a:ln w="0">
            <a:noFill/>
          </a:ln>
        </p:spPr>
      </p:pic>
      <p:pic>
        <p:nvPicPr>
          <p:cNvPr id="102" name="picture 122" descr=""/>
          <p:cNvPicPr/>
          <p:nvPr/>
        </p:nvPicPr>
        <p:blipFill>
          <a:blip r:embed="rId4"/>
          <a:stretch/>
        </p:blipFill>
        <p:spPr>
          <a:xfrm>
            <a:off x="158400" y="0"/>
            <a:ext cx="2264040" cy="1896480"/>
          </a:xfrm>
          <a:prstGeom prst="rect">
            <a:avLst/>
          </a:prstGeom>
          <a:ln w="0">
            <a:noFill/>
          </a:ln>
        </p:spPr>
      </p:pic>
      <p:pic>
        <p:nvPicPr>
          <p:cNvPr id="103" name="picture 123" descr=""/>
          <p:cNvPicPr/>
          <p:nvPr/>
        </p:nvPicPr>
        <p:blipFill>
          <a:blip r:embed="rId5"/>
          <a:stretch/>
        </p:blipFill>
        <p:spPr>
          <a:xfrm>
            <a:off x="19800" y="0"/>
            <a:ext cx="722160" cy="253944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124" descr=""/>
          <p:cNvPicPr/>
          <p:nvPr/>
        </p:nvPicPr>
        <p:blipFill>
          <a:blip r:embed="rId6"/>
          <a:stretch/>
        </p:blipFill>
        <p:spPr>
          <a:xfrm>
            <a:off x="1659600" y="3632400"/>
            <a:ext cx="1891800" cy="83016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125" descr=""/>
          <p:cNvPicPr/>
          <p:nvPr/>
        </p:nvPicPr>
        <p:blipFill>
          <a:blip r:embed="rId7"/>
          <a:stretch/>
        </p:blipFill>
        <p:spPr>
          <a:xfrm>
            <a:off x="2596320" y="1658880"/>
            <a:ext cx="20160" cy="241200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126" descr=""/>
          <p:cNvPicPr/>
          <p:nvPr/>
        </p:nvPicPr>
        <p:blipFill>
          <a:blip r:embed="rId8"/>
          <a:stretch/>
        </p:blipFill>
        <p:spPr>
          <a:xfrm>
            <a:off x="1659600" y="1621800"/>
            <a:ext cx="1891800" cy="83016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27" descr=""/>
          <p:cNvPicPr/>
          <p:nvPr/>
        </p:nvPicPr>
        <p:blipFill>
          <a:blip r:embed="rId9"/>
          <a:stretch/>
        </p:blipFill>
        <p:spPr>
          <a:xfrm>
            <a:off x="1660680" y="2626920"/>
            <a:ext cx="1891800" cy="830160"/>
          </a:xfrm>
          <a:prstGeom prst="rect">
            <a:avLst/>
          </a:prstGeom>
          <a:ln w="0">
            <a:noFill/>
          </a:ln>
        </p:spPr>
      </p:pic>
      <p:sp>
        <p:nvSpPr>
          <p:cNvPr id="108" name="textbox 128"/>
          <p:cNvSpPr/>
          <p:nvPr/>
        </p:nvSpPr>
        <p:spPr>
          <a:xfrm>
            <a:off x="3405960" y="346680"/>
            <a:ext cx="23371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9" strike="noStrike">
                <a:solidFill>
                  <a:srgbClr val="e5d5be"/>
                </a:solidFill>
                <a:latin typeface="Times New Roman"/>
                <a:ea typeface="Times New Roman"/>
              </a:rPr>
              <a:t>Buyer</a:t>
            </a:r>
            <a:r>
              <a:rPr b="0" sz="3300" spc="4" strike="noStrike">
                <a:solidFill>
                  <a:srgbClr val="e5d5be"/>
                </a:solidFill>
                <a:latin typeface="Times New Roman"/>
                <a:ea typeface="Times New Roman"/>
              </a:rPr>
              <a:t>j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ourney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2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130" descr=""/>
          <p:cNvPicPr/>
          <p:nvPr/>
        </p:nvPicPr>
        <p:blipFill>
          <a:blip r:embed="rId2"/>
          <a:stretch/>
        </p:blipFill>
        <p:spPr>
          <a:xfrm>
            <a:off x="0" y="0"/>
            <a:ext cx="2272320" cy="248652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131" descr=""/>
          <p:cNvPicPr/>
          <p:nvPr/>
        </p:nvPicPr>
        <p:blipFill>
          <a:blip r:embed="rId3"/>
          <a:stretch/>
        </p:blipFill>
        <p:spPr>
          <a:xfrm>
            <a:off x="0" y="681480"/>
            <a:ext cx="5969880" cy="4461840"/>
          </a:xfrm>
          <a:prstGeom prst="rect">
            <a:avLst/>
          </a:prstGeom>
          <a:ln w="0">
            <a:noFill/>
          </a:ln>
        </p:spPr>
      </p:pic>
      <p:pic>
        <p:nvPicPr>
          <p:cNvPr id="112" name="picture 132" descr=""/>
          <p:cNvPicPr/>
          <p:nvPr/>
        </p:nvPicPr>
        <p:blipFill>
          <a:blip r:embed="rId4"/>
          <a:stretch/>
        </p:blipFill>
        <p:spPr>
          <a:xfrm>
            <a:off x="7130880" y="3153960"/>
            <a:ext cx="2012760" cy="1989360"/>
          </a:xfrm>
          <a:prstGeom prst="rect">
            <a:avLst/>
          </a:prstGeom>
          <a:ln w="0">
            <a:noFill/>
          </a:ln>
        </p:spPr>
      </p:pic>
      <p:sp>
        <p:nvSpPr>
          <p:cNvPr id="113" name="textbox 133"/>
          <p:cNvSpPr/>
          <p:nvPr/>
        </p:nvSpPr>
        <p:spPr>
          <a:xfrm>
            <a:off x="4340880" y="986400"/>
            <a:ext cx="287676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600" indent="5400" defTabSz="914400">
              <a:lnSpc>
                <a:spcPct val="113000"/>
              </a:lnSpc>
              <a:tabLst>
                <a:tab algn="l" pos="0"/>
              </a:tabLst>
            </a:pP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h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ese</a:t>
            </a:r>
            <a:r>
              <a:rPr b="0" sz="3300" spc="-40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are</a:t>
            </a:r>
            <a:r>
              <a:rPr b="0" sz="3300" spc="-40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40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f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he</a:t>
            </a:r>
            <a:r>
              <a:rPr b="0" sz="3300" spc="-51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ti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p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15" strike="noStrike">
                <a:solidFill>
                  <a:srgbClr val="e5d5be"/>
                </a:solidFill>
                <a:latin typeface="Times New Roman"/>
                <a:ea typeface="Times New Roman"/>
              </a:rPr>
              <a:t>: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134" descr=""/>
          <p:cNvPicPr/>
          <p:nvPr/>
        </p:nvPicPr>
        <p:blipFill>
          <a:blip r:embed="rId5"/>
          <a:stretch/>
        </p:blipFill>
        <p:spPr>
          <a:xfrm>
            <a:off x="8256960" y="0"/>
            <a:ext cx="722160" cy="253944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135" descr=""/>
          <p:cNvPicPr/>
          <p:nvPr/>
        </p:nvPicPr>
        <p:blipFill>
          <a:blip r:embed="rId6"/>
          <a:stretch/>
        </p:blipFill>
        <p:spPr>
          <a:xfrm>
            <a:off x="6801480" y="0"/>
            <a:ext cx="2342160" cy="921240"/>
          </a:xfrm>
          <a:prstGeom prst="rect">
            <a:avLst/>
          </a:prstGeom>
          <a:ln w="0">
            <a:noFill/>
          </a:ln>
        </p:spPr>
      </p:pic>
      <p:sp>
        <p:nvSpPr>
          <p:cNvPr id="116" name="textbox 136"/>
          <p:cNvSpPr/>
          <p:nvPr/>
        </p:nvSpPr>
        <p:spPr>
          <a:xfrm>
            <a:off x="4355640" y="2349360"/>
            <a:ext cx="306216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1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600" indent="2160" defTabSz="914400">
              <a:lnSpc>
                <a:spcPct val="111000"/>
              </a:lnSpc>
              <a:tabLst>
                <a:tab algn="l" pos="0"/>
              </a:tabLst>
            </a:pPr>
            <a:r>
              <a:rPr b="0" sz="1100" spc="180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no</a:t>
            </a:r>
            <a:r>
              <a:rPr b="0" sz="1100" spc="180" strike="noStrike">
                <a:solidFill>
                  <a:srgbClr val="e5d5be"/>
                </a:solidFill>
                <a:latin typeface="Arial"/>
                <a:ea typeface="Arial"/>
              </a:rPr>
              <a:t>w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80" strike="noStrike">
                <a:solidFill>
                  <a:srgbClr val="e5d5be"/>
                </a:solidFill>
                <a:latin typeface="Arial"/>
                <a:ea typeface="Arial"/>
              </a:rPr>
              <a:t>w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ha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you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8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134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?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63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one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: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37"/>
          <p:cNvSpPr/>
          <p:nvPr/>
        </p:nvSpPr>
        <p:spPr>
          <a:xfrm>
            <a:off x="4726080" y="3150360"/>
            <a:ext cx="8632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6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3000"/>
              </a:lnSpc>
            </a:pP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po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  </a:t>
            </a:r>
            <a:r>
              <a:rPr b="0" sz="1200" spc="11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48" strike="noStrike">
                <a:solidFill>
                  <a:srgbClr val="e5d5be"/>
                </a:solidFill>
                <a:latin typeface="Arial"/>
                <a:ea typeface="Arial"/>
              </a:rPr>
              <a:t>w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  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po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 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72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138" descr=""/>
          <p:cNvPicPr/>
          <p:nvPr/>
        </p:nvPicPr>
        <p:blipFill>
          <a:blip r:embed="rId7"/>
          <a:stretch/>
        </p:blipFill>
        <p:spPr>
          <a:xfrm>
            <a:off x="4408560" y="3209040"/>
            <a:ext cx="79560" cy="48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3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40" descr=""/>
          <p:cNvPicPr/>
          <p:nvPr/>
        </p:nvPicPr>
        <p:blipFill>
          <a:blip r:embed="rId2"/>
          <a:stretch/>
        </p:blipFill>
        <p:spPr>
          <a:xfrm>
            <a:off x="0" y="0"/>
            <a:ext cx="5344920" cy="5143320"/>
          </a:xfrm>
          <a:prstGeom prst="rect">
            <a:avLst/>
          </a:prstGeom>
          <a:ln w="0">
            <a:noFill/>
          </a:ln>
        </p:spPr>
      </p:pic>
      <p:sp>
        <p:nvSpPr>
          <p:cNvPr id="121" name="textbox 141"/>
          <p:cNvSpPr/>
          <p:nvPr/>
        </p:nvSpPr>
        <p:spPr>
          <a:xfrm>
            <a:off x="2903040" y="1699560"/>
            <a:ext cx="4365360" cy="18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231"/>
              </a:lnSpc>
              <a:tabLst>
                <a:tab algn="l" pos="0"/>
              </a:tabLst>
            </a:pPr>
            <a:r>
              <a:rPr b="0" sz="1700" spc="109" strike="noStrike">
                <a:solidFill>
                  <a:srgbClr val="e5d5be"/>
                </a:solidFill>
                <a:latin typeface="Arial"/>
                <a:ea typeface="Arial"/>
              </a:rPr>
              <a:t>“</a:t>
            </a:r>
            <a:r>
              <a:rPr b="0" sz="1700" spc="18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700" spc="77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700" spc="14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77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700" spc="14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quo</a:t>
            </a:r>
            <a:r>
              <a:rPr b="0" sz="17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700" spc="8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7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228" strike="noStrike">
                <a:solidFill>
                  <a:srgbClr val="e5d5be"/>
                </a:solidFill>
                <a:latin typeface="Arial"/>
                <a:ea typeface="Arial"/>
              </a:rPr>
              <a:t>w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700" spc="10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700" spc="14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8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u</a:t>
            </a:r>
            <a:r>
              <a:rPr b="0" sz="1700" spc="77" strike="noStrike">
                <a:solidFill>
                  <a:srgbClr val="e5d5be"/>
                </a:solidFill>
                <a:latin typeface="Arial"/>
                <a:ea typeface="Arial"/>
              </a:rPr>
              <a:t>ll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700" spc="77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208" strike="noStrike">
                <a:solidFill>
                  <a:srgbClr val="e5d5be"/>
                </a:solidFill>
                <a:latin typeface="Arial"/>
                <a:ea typeface="Arial"/>
              </a:rPr>
              <a:t>w</a:t>
            </a:r>
            <a:r>
              <a:rPr b="0" sz="17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7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700" spc="157" strike="noStrike">
                <a:solidFill>
                  <a:srgbClr val="e5d5be"/>
                </a:solidFill>
                <a:latin typeface="Arial"/>
                <a:ea typeface="Arial"/>
              </a:rPr>
              <a:t>do</a:t>
            </a:r>
            <a:r>
              <a:rPr b="0" sz="1700" spc="23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endParaRPr b="0" lang="vi-VN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sz="1600" spc="13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600" spc="267" strike="noStrike">
                <a:solidFill>
                  <a:srgbClr val="e5d5be"/>
                </a:solidFill>
                <a:latin typeface="Arial"/>
                <a:ea typeface="Arial"/>
              </a:rPr>
              <a:t>ha</a:t>
            </a:r>
            <a:r>
              <a:rPr b="0" sz="1600" spc="13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600" spc="14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600" spc="22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600" spc="26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600" spc="38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600" spc="267" strike="noStrike">
                <a:solidFill>
                  <a:srgbClr val="e5d5be"/>
                </a:solidFill>
                <a:latin typeface="Arial"/>
                <a:ea typeface="Arial"/>
              </a:rPr>
              <a:t>eone</a:t>
            </a:r>
            <a:r>
              <a:rPr b="0" sz="1600" spc="14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600" spc="10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600" spc="38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600" spc="267" strike="noStrike">
                <a:solidFill>
                  <a:srgbClr val="e5d5be"/>
                </a:solidFill>
                <a:latin typeface="Arial"/>
                <a:ea typeface="Arial"/>
              </a:rPr>
              <a:t>po</a:t>
            </a:r>
            <a:r>
              <a:rPr b="0" sz="1600" spc="15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600" spc="13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600" spc="26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600" spc="134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600" spc="14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600" spc="21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600" spc="248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600" spc="97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600" spc="24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600" spc="14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600" spc="248" strike="noStrike">
                <a:solidFill>
                  <a:srgbClr val="e5d5be"/>
                </a:solidFill>
                <a:latin typeface="Arial"/>
                <a:ea typeface="Arial"/>
              </a:rPr>
              <a:t>and</a:t>
            </a:r>
            <a:r>
              <a:rPr b="0" sz="1600" spc="14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600" spc="21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600" spc="24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endParaRPr b="0" lang="vi-VN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231"/>
              </a:lnSpc>
              <a:tabLst>
                <a:tab algn="l" pos="0"/>
              </a:tabLst>
            </a:pPr>
            <a:r>
              <a:rPr b="0" sz="1700" spc="267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700" spc="157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700" spc="10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700" spc="109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eade</a:t>
            </a:r>
            <a:r>
              <a:rPr b="0" sz="1700" spc="109" strike="noStrike">
                <a:solidFill>
                  <a:srgbClr val="e5d5be"/>
                </a:solidFill>
                <a:latin typeface="Arial"/>
                <a:ea typeface="Arial"/>
              </a:rPr>
              <a:t>r 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ge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700" spc="10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700" spc="77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700" spc="15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700" spc="180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700" spc="72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700" spc="168" strike="noStrike">
                <a:solidFill>
                  <a:srgbClr val="e5d5be"/>
                </a:solidFill>
                <a:latin typeface="Arial"/>
                <a:ea typeface="Arial"/>
              </a:rPr>
              <a:t>ed</a:t>
            </a:r>
            <a:r>
              <a:rPr b="0" sz="1700" spc="89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700" spc="97" strike="noStrike">
                <a:solidFill>
                  <a:srgbClr val="e5d5be"/>
                </a:solidFill>
                <a:latin typeface="Arial"/>
                <a:ea typeface="Arial"/>
              </a:rPr>
              <a:t>”</a:t>
            </a:r>
            <a:endParaRPr b="0" lang="vi-VN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9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3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spcBef>
                <a:spcPts val="6"/>
              </a:spcBef>
              <a:tabLst>
                <a:tab algn="l" pos="0"/>
              </a:tabLst>
            </a:pP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-</a:t>
            </a:r>
            <a:r>
              <a:rPr b="0" sz="33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eone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f</a:t>
            </a: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33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u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142" descr=""/>
          <p:cNvPicPr/>
          <p:nvPr/>
        </p:nvPicPr>
        <p:blipFill>
          <a:blip r:embed="rId3"/>
          <a:stretch/>
        </p:blipFill>
        <p:spPr>
          <a:xfrm>
            <a:off x="6673680" y="2658240"/>
            <a:ext cx="2469960" cy="248508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143" descr=""/>
          <p:cNvPicPr/>
          <p:nvPr/>
        </p:nvPicPr>
        <p:blipFill>
          <a:blip r:embed="rId4"/>
          <a:stretch/>
        </p:blipFill>
        <p:spPr>
          <a:xfrm>
            <a:off x="7832160" y="0"/>
            <a:ext cx="1311480" cy="472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4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145" descr=""/>
          <p:cNvPicPr/>
          <p:nvPr/>
        </p:nvPicPr>
        <p:blipFill>
          <a:blip r:embed="rId2"/>
          <a:stretch/>
        </p:blipFill>
        <p:spPr>
          <a:xfrm>
            <a:off x="19800" y="0"/>
            <a:ext cx="2402640" cy="2539440"/>
          </a:xfrm>
          <a:prstGeom prst="rect">
            <a:avLst/>
          </a:prstGeom>
          <a:ln w="0">
            <a:noFill/>
          </a:ln>
        </p:spPr>
      </p:pic>
      <p:sp>
        <p:nvSpPr>
          <p:cNvPr id="126" name="textbox 146"/>
          <p:cNvSpPr/>
          <p:nvPr/>
        </p:nvSpPr>
        <p:spPr>
          <a:xfrm>
            <a:off x="2962080" y="346680"/>
            <a:ext cx="322812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C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pe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tit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667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ana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l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is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47"/>
          <p:cNvSpPr/>
          <p:nvPr/>
        </p:nvSpPr>
        <p:spPr>
          <a:xfrm>
            <a:off x="5359320" y="2771280"/>
            <a:ext cx="185652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23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83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48"/>
          <p:cNvSpPr/>
          <p:nvPr/>
        </p:nvSpPr>
        <p:spPr>
          <a:xfrm>
            <a:off x="1944720" y="2771280"/>
            <a:ext cx="185652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7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239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83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149" descr=""/>
          <p:cNvPicPr/>
          <p:nvPr/>
        </p:nvPicPr>
        <p:blipFill>
          <a:blip r:embed="rId3"/>
          <a:stretch/>
        </p:blipFill>
        <p:spPr>
          <a:xfrm>
            <a:off x="6912720" y="4394160"/>
            <a:ext cx="1114200" cy="74880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50" descr=""/>
          <p:cNvPicPr/>
          <p:nvPr/>
        </p:nvPicPr>
        <p:blipFill>
          <a:blip r:embed="rId4"/>
          <a:stretch/>
        </p:blipFill>
        <p:spPr>
          <a:xfrm>
            <a:off x="5994000" y="1766520"/>
            <a:ext cx="569880" cy="76932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151" descr=""/>
          <p:cNvPicPr/>
          <p:nvPr/>
        </p:nvPicPr>
        <p:blipFill>
          <a:blip r:embed="rId5"/>
          <a:stretch/>
        </p:blipFill>
        <p:spPr>
          <a:xfrm>
            <a:off x="2579760" y="1766520"/>
            <a:ext cx="569880" cy="76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5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15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4" name="textbox 154"/>
          <p:cNvSpPr/>
          <p:nvPr/>
        </p:nvSpPr>
        <p:spPr>
          <a:xfrm>
            <a:off x="2993400" y="1551600"/>
            <a:ext cx="3165120" cy="21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1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1000"/>
              </a:lnSpc>
              <a:tabLst>
                <a:tab algn="l" pos="0"/>
              </a:tabLst>
            </a:pPr>
            <a:r>
              <a:rPr b="0" sz="6700" spc="-381" strike="noStrike">
                <a:solidFill>
                  <a:srgbClr val="e5d5be"/>
                </a:solidFill>
                <a:latin typeface="Times New Roman"/>
                <a:ea typeface="Times New Roman"/>
              </a:rPr>
              <a:t>Aw</a:t>
            </a:r>
            <a:r>
              <a:rPr b="0" sz="6700" spc="-231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6700" spc="-211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6700" spc="-26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6700" spc="-412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6700" spc="-205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endParaRPr b="0" lang="vi-VN" sz="6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111"/>
              </a:lnSpc>
              <a:tabLst>
                <a:tab algn="l" pos="0"/>
              </a:tabLst>
            </a:pPr>
            <a:r>
              <a:rPr b="0" sz="6700" spc="-160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67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67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67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r>
              <a:rPr b="0" sz="67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endParaRPr b="0" lang="vi-VN" sz="6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picture 155" descr=""/>
          <p:cNvPicPr/>
          <p:nvPr/>
        </p:nvPicPr>
        <p:blipFill>
          <a:blip r:embed="rId3"/>
          <a:stretch/>
        </p:blipFill>
        <p:spPr>
          <a:xfrm>
            <a:off x="0" y="0"/>
            <a:ext cx="2363400" cy="229536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56" descr=""/>
          <p:cNvPicPr/>
          <p:nvPr/>
        </p:nvPicPr>
        <p:blipFill>
          <a:blip r:embed="rId4"/>
          <a:stretch/>
        </p:blipFill>
        <p:spPr>
          <a:xfrm>
            <a:off x="7296480" y="0"/>
            <a:ext cx="1847160" cy="19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5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158" descr=""/>
          <p:cNvPicPr/>
          <p:nvPr/>
        </p:nvPicPr>
        <p:blipFill>
          <a:blip r:embed="rId2"/>
          <a:stretch/>
        </p:blipFill>
        <p:spPr>
          <a:xfrm>
            <a:off x="4250160" y="3430080"/>
            <a:ext cx="605160" cy="58716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159" descr=""/>
          <p:cNvPicPr/>
          <p:nvPr/>
        </p:nvPicPr>
        <p:blipFill>
          <a:blip r:embed="rId3"/>
          <a:stretch/>
        </p:blipFill>
        <p:spPr>
          <a:xfrm>
            <a:off x="3988080" y="2921040"/>
            <a:ext cx="1129680" cy="46440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160" descr=""/>
          <p:cNvPicPr/>
          <p:nvPr/>
        </p:nvPicPr>
        <p:blipFill>
          <a:blip r:embed="rId4"/>
          <a:stretch/>
        </p:blipFill>
        <p:spPr>
          <a:xfrm>
            <a:off x="3465720" y="1907640"/>
            <a:ext cx="2174400" cy="46008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161" descr=""/>
          <p:cNvPicPr/>
          <p:nvPr/>
        </p:nvPicPr>
        <p:blipFill>
          <a:blip r:embed="rId5"/>
          <a:stretch/>
        </p:blipFill>
        <p:spPr>
          <a:xfrm>
            <a:off x="3725640" y="2412360"/>
            <a:ext cx="1654200" cy="464400"/>
          </a:xfrm>
          <a:prstGeom prst="rect">
            <a:avLst/>
          </a:prstGeom>
          <a:ln w="0">
            <a:noFill/>
          </a:ln>
        </p:spPr>
      </p:pic>
      <p:grpSp>
        <p:nvGrpSpPr>
          <p:cNvPr id="142" name="group 4"/>
          <p:cNvGrpSpPr/>
          <p:nvPr/>
        </p:nvGrpSpPr>
        <p:grpSpPr>
          <a:xfrm>
            <a:off x="2490480" y="2038680"/>
            <a:ext cx="3886200" cy="1645560"/>
            <a:chOff x="2490480" y="2038680"/>
            <a:chExt cx="3886200" cy="1645560"/>
          </a:xfrm>
        </p:grpSpPr>
        <p:sp>
          <p:nvSpPr>
            <p:cNvPr id="143" name="path"/>
            <p:cNvSpPr/>
            <p:nvPr/>
          </p:nvSpPr>
          <p:spPr>
            <a:xfrm>
              <a:off x="2517120" y="2038680"/>
              <a:ext cx="1219320" cy="198360"/>
            </a:xfrm>
            <a:custGeom>
              <a:avLst/>
              <a:gdLst/>
              <a:ahLst/>
              <a:rect l="l" t="t" r="r" b="b"/>
              <a:pathLst>
                <a:path w="1920" h="312">
                  <a:moveTo>
                    <a:pt x="1920" y="304"/>
                  </a:moveTo>
                  <a:lnTo>
                    <a:pt x="970" y="304"/>
                  </a:lnTo>
                  <a:lnTo>
                    <a:pt x="970" y="8"/>
                  </a:lnTo>
                  <a:lnTo>
                    <a:pt x="0" y="8"/>
                  </a:lnTo>
                </a:path>
              </a:pathLst>
            </a:custGeom>
            <a:noFill/>
            <a:ln w="11036">
              <a:solidFill>
                <a:srgbClr val="93542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vi-VN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4" name="path"/>
            <p:cNvSpPr/>
            <p:nvPr/>
          </p:nvSpPr>
          <p:spPr>
            <a:xfrm>
              <a:off x="5077080" y="2400480"/>
              <a:ext cx="1299600" cy="238680"/>
            </a:xfrm>
            <a:custGeom>
              <a:avLst/>
              <a:gdLst/>
              <a:ahLst/>
              <a:rect l="l" t="t" r="r" b="b"/>
              <a:pathLst>
                <a:path w="2047" h="376">
                  <a:moveTo>
                    <a:pt x="0" y="367"/>
                  </a:moveTo>
                  <a:lnTo>
                    <a:pt x="1245" y="367"/>
                  </a:lnTo>
                  <a:lnTo>
                    <a:pt x="1245" y="8"/>
                  </a:lnTo>
                  <a:lnTo>
                    <a:pt x="2047" y="8"/>
                  </a:lnTo>
                </a:path>
              </a:pathLst>
            </a:custGeom>
            <a:noFill/>
            <a:ln w="11036">
              <a:solidFill>
                <a:srgbClr val="fae67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vi-VN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5" name="path"/>
            <p:cNvSpPr/>
            <p:nvPr/>
          </p:nvSpPr>
          <p:spPr>
            <a:xfrm>
              <a:off x="2490480" y="3017160"/>
              <a:ext cx="1835640" cy="198360"/>
            </a:xfrm>
            <a:custGeom>
              <a:avLst/>
              <a:gdLst/>
              <a:ahLst/>
              <a:rect l="l" t="t" r="r" b="b"/>
              <a:pathLst>
                <a:path w="2891" h="312">
                  <a:moveTo>
                    <a:pt x="2891" y="304"/>
                  </a:moveTo>
                  <a:lnTo>
                    <a:pt x="1540" y="304"/>
                  </a:lnTo>
                  <a:lnTo>
                    <a:pt x="1540" y="8"/>
                  </a:lnTo>
                  <a:lnTo>
                    <a:pt x="0" y="8"/>
                  </a:lnTo>
                </a:path>
              </a:pathLst>
            </a:custGeom>
            <a:noFill/>
            <a:ln w="11036">
              <a:solidFill>
                <a:srgbClr val="ce903e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vi-VN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146" name="path"/>
            <p:cNvSpPr/>
            <p:nvPr/>
          </p:nvSpPr>
          <p:spPr>
            <a:xfrm>
              <a:off x="4661640" y="3459240"/>
              <a:ext cx="1675080" cy="225000"/>
            </a:xfrm>
            <a:custGeom>
              <a:avLst/>
              <a:gdLst/>
              <a:ahLst/>
              <a:rect l="l" t="t" r="r" b="b"/>
              <a:pathLst>
                <a:path w="2638" h="355">
                  <a:moveTo>
                    <a:pt x="0" y="346"/>
                  </a:moveTo>
                  <a:lnTo>
                    <a:pt x="1160" y="346"/>
                  </a:lnTo>
                  <a:lnTo>
                    <a:pt x="1160" y="8"/>
                  </a:lnTo>
                  <a:lnTo>
                    <a:pt x="2638" y="8"/>
                  </a:lnTo>
                </a:path>
              </a:pathLst>
            </a:custGeom>
            <a:noFill/>
            <a:ln w="11036">
              <a:solidFill>
                <a:srgbClr val="bd650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vi-VN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pic>
        <p:nvPicPr>
          <p:cNvPr id="147" name="picture 166" descr=""/>
          <p:cNvPicPr/>
          <p:nvPr/>
        </p:nvPicPr>
        <p:blipFill>
          <a:blip r:embed="rId6"/>
          <a:stretch/>
        </p:blipFill>
        <p:spPr>
          <a:xfrm>
            <a:off x="158400" y="0"/>
            <a:ext cx="2264040" cy="1896480"/>
          </a:xfrm>
          <a:prstGeom prst="rect">
            <a:avLst/>
          </a:prstGeom>
          <a:ln w="0">
            <a:noFill/>
          </a:ln>
        </p:spPr>
      </p:pic>
      <p:sp>
        <p:nvSpPr>
          <p:cNvPr id="148" name="textbox 167"/>
          <p:cNvSpPr/>
          <p:nvPr/>
        </p:nvSpPr>
        <p:spPr>
          <a:xfrm>
            <a:off x="6538320" y="2233080"/>
            <a:ext cx="1870200" cy="19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1046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6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09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6000"/>
              </a:lnSpc>
              <a:tabLst>
                <a:tab algn="l" pos="0"/>
              </a:tabLst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68"/>
          <p:cNvSpPr/>
          <p:nvPr/>
        </p:nvSpPr>
        <p:spPr>
          <a:xfrm>
            <a:off x="757800" y="2113200"/>
            <a:ext cx="1854360" cy="189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153360" indent="-140760" defTabSz="914400">
              <a:lnSpc>
                <a:spcPct val="113000"/>
              </a:lnSpc>
              <a:spcBef>
                <a:spcPts val="1046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7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6000"/>
              </a:lnSpc>
              <a:tabLst>
                <a:tab algn="l" pos="0"/>
              </a:tabLst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53360" indent="-140760" defTabSz="914400">
              <a:lnSpc>
                <a:spcPct val="113000"/>
              </a:lnSpc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picture 169" descr=""/>
          <p:cNvPicPr/>
          <p:nvPr/>
        </p:nvPicPr>
        <p:blipFill>
          <a:blip r:embed="rId7"/>
          <a:stretch/>
        </p:blipFill>
        <p:spPr>
          <a:xfrm>
            <a:off x="19800" y="0"/>
            <a:ext cx="722160" cy="2539440"/>
          </a:xfrm>
          <a:prstGeom prst="rect">
            <a:avLst/>
          </a:prstGeom>
          <a:ln w="0">
            <a:noFill/>
          </a:ln>
        </p:spPr>
      </p:pic>
      <p:sp>
        <p:nvSpPr>
          <p:cNvPr id="151" name="textbox 170"/>
          <p:cNvSpPr/>
          <p:nvPr/>
        </p:nvSpPr>
        <p:spPr>
          <a:xfrm>
            <a:off x="3587400" y="346680"/>
            <a:ext cx="198396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9" strike="noStrike">
                <a:solidFill>
                  <a:srgbClr val="e5d5be"/>
                </a:solidFill>
                <a:latin typeface="Times New Roman"/>
                <a:ea typeface="Times New Roman"/>
              </a:rPr>
              <a:t>Sa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lesfunnel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picture 171" descr=""/>
          <p:cNvPicPr/>
          <p:nvPr/>
        </p:nvPicPr>
        <p:blipFill>
          <a:blip r:embed="rId8"/>
          <a:stretch/>
        </p:blipFill>
        <p:spPr>
          <a:xfrm>
            <a:off x="7695720" y="4417200"/>
            <a:ext cx="760680" cy="68220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172" descr=""/>
          <p:cNvPicPr/>
          <p:nvPr/>
        </p:nvPicPr>
        <p:blipFill>
          <a:blip r:embed="rId9"/>
          <a:stretch/>
        </p:blipFill>
        <p:spPr>
          <a:xfrm>
            <a:off x="2452320" y="2974320"/>
            <a:ext cx="85680" cy="8568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173" descr=""/>
          <p:cNvPicPr/>
          <p:nvPr/>
        </p:nvPicPr>
        <p:blipFill>
          <a:blip r:embed="rId10"/>
          <a:stretch/>
        </p:blipFill>
        <p:spPr>
          <a:xfrm>
            <a:off x="6315840" y="3421800"/>
            <a:ext cx="85680" cy="8568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174" descr=""/>
          <p:cNvPicPr/>
          <p:nvPr/>
        </p:nvPicPr>
        <p:blipFill>
          <a:blip r:embed="rId11"/>
          <a:stretch/>
        </p:blipFill>
        <p:spPr>
          <a:xfrm>
            <a:off x="6315840" y="2363040"/>
            <a:ext cx="85680" cy="8568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175" descr=""/>
          <p:cNvPicPr/>
          <p:nvPr/>
        </p:nvPicPr>
        <p:blipFill>
          <a:blip r:embed="rId12"/>
          <a:stretch/>
        </p:blipFill>
        <p:spPr>
          <a:xfrm>
            <a:off x="2452320" y="2001240"/>
            <a:ext cx="85680" cy="8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17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177" descr=""/>
          <p:cNvPicPr/>
          <p:nvPr/>
        </p:nvPicPr>
        <p:blipFill>
          <a:blip r:embed="rId2"/>
          <a:stretch/>
        </p:blipFill>
        <p:spPr>
          <a:xfrm>
            <a:off x="5961960" y="3262680"/>
            <a:ext cx="2386440" cy="1880280"/>
          </a:xfrm>
          <a:prstGeom prst="rect">
            <a:avLst/>
          </a:prstGeom>
          <a:ln w="0">
            <a:noFill/>
          </a:ln>
        </p:spPr>
      </p:pic>
      <p:sp>
        <p:nvSpPr>
          <p:cNvPr id="159" name="textbox 178"/>
          <p:cNvSpPr/>
          <p:nvPr/>
        </p:nvSpPr>
        <p:spPr>
          <a:xfrm>
            <a:off x="2008080" y="2031120"/>
            <a:ext cx="5153760" cy="16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39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0000"/>
              </a:lnSpc>
              <a:tabLst>
                <a:tab algn="l" pos="0"/>
              </a:tabLst>
            </a:pPr>
            <a:r>
              <a:rPr b="0" sz="9600" spc="-160" strike="noStrike">
                <a:solidFill>
                  <a:srgbClr val="e5d5be"/>
                </a:solidFill>
                <a:latin typeface="Times New Roman"/>
                <a:ea typeface="Times New Roman"/>
              </a:rPr>
              <a:t>5</a:t>
            </a:r>
            <a:r>
              <a:rPr b="0" sz="9600" spc="-80" strike="noStrike">
                <a:solidFill>
                  <a:srgbClr val="e5d5be"/>
                </a:solidFill>
                <a:latin typeface="Times New Roman"/>
                <a:ea typeface="Times New Roman"/>
              </a:rPr>
              <a:t>,</a:t>
            </a:r>
            <a:r>
              <a:rPr b="0" sz="9600" spc="-160" strike="noStrike">
                <a:solidFill>
                  <a:srgbClr val="e5d5be"/>
                </a:solidFill>
                <a:latin typeface="Times New Roman"/>
                <a:ea typeface="Times New Roman"/>
              </a:rPr>
              <a:t>567</a:t>
            </a:r>
            <a:r>
              <a:rPr b="0" sz="9600" spc="-80" strike="noStrike">
                <a:solidFill>
                  <a:srgbClr val="e5d5be"/>
                </a:solidFill>
                <a:latin typeface="Times New Roman"/>
                <a:ea typeface="Times New Roman"/>
              </a:rPr>
              <a:t>,</a:t>
            </a:r>
            <a:r>
              <a:rPr b="0" sz="9600" spc="-160" strike="noStrike">
                <a:solidFill>
                  <a:srgbClr val="e5d5be"/>
                </a:solidFill>
                <a:latin typeface="Times New Roman"/>
                <a:ea typeface="Times New Roman"/>
              </a:rPr>
              <a:t>94</a:t>
            </a:r>
            <a:r>
              <a:rPr b="0" sz="9600" spc="-106" strike="noStrike">
                <a:solidFill>
                  <a:srgbClr val="e5d5be"/>
                </a:solidFill>
                <a:latin typeface="Times New Roman"/>
                <a:ea typeface="Times New Roman"/>
              </a:rPr>
              <a:t>0</a:t>
            </a:r>
            <a:endParaRPr b="0" lang="vi-VN" sz="9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7000"/>
              </a:lnSpc>
              <a:tabLst>
                <a:tab algn="l" pos="0"/>
              </a:tabLst>
            </a:pP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305"/>
              </a:lnSpc>
              <a:tabLst>
                <a:tab algn="l" pos="0"/>
              </a:tabLst>
            </a:pPr>
            <a:r>
              <a:rPr b="0" sz="1800" spc="168" strike="noStrike">
                <a:solidFill>
                  <a:srgbClr val="e5d5be"/>
                </a:solidFill>
                <a:latin typeface="Arial"/>
                <a:ea typeface="Arial"/>
              </a:rPr>
              <a:t>B</a:t>
            </a:r>
            <a:r>
              <a:rPr b="0" sz="18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800" spc="137" strike="noStrike">
                <a:solidFill>
                  <a:srgbClr val="e5d5be"/>
                </a:solidFill>
                <a:latin typeface="Arial"/>
                <a:ea typeface="Arial"/>
              </a:rPr>
              <a:t>g</a:t>
            </a:r>
            <a:r>
              <a:rPr b="0" sz="18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800" spc="137" strike="noStrike">
                <a:solidFill>
                  <a:srgbClr val="e5d5be"/>
                </a:solidFill>
                <a:latin typeface="Arial"/>
                <a:ea typeface="Arial"/>
              </a:rPr>
              <a:t>nu</a:t>
            </a:r>
            <a:r>
              <a:rPr b="0" sz="1800" spc="20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800" spc="137" strike="noStrike">
                <a:solidFill>
                  <a:srgbClr val="e5d5be"/>
                </a:solidFill>
                <a:latin typeface="Arial"/>
                <a:ea typeface="Arial"/>
              </a:rPr>
              <a:t>be</a:t>
            </a:r>
            <a:r>
              <a:rPr b="0" sz="18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8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800" spc="13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8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800" spc="137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8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800" spc="11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800" spc="7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8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aud</a:t>
            </a:r>
            <a:r>
              <a:rPr b="0" sz="18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800" spc="11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800" spc="58" strike="noStrike">
                <a:solidFill>
                  <a:srgbClr val="e5d5be"/>
                </a:solidFill>
                <a:latin typeface="Arial"/>
                <a:ea typeface="Arial"/>
              </a:rPr>
              <a:t>’</a:t>
            </a:r>
            <a:r>
              <a:rPr b="0" sz="1800" spc="11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800" spc="8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800" spc="69" strike="noStrike">
                <a:solidFill>
                  <a:srgbClr val="e5d5be"/>
                </a:solidFill>
                <a:latin typeface="Arial"/>
                <a:ea typeface="Arial"/>
              </a:rPr>
              <a:t>tt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8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8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800" spc="12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endParaRPr b="0" lang="vi-V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picture 179" descr=""/>
          <p:cNvPicPr/>
          <p:nvPr/>
        </p:nvPicPr>
        <p:blipFill>
          <a:blip r:embed="rId3"/>
          <a:stretch/>
        </p:blipFill>
        <p:spPr>
          <a:xfrm>
            <a:off x="6721200" y="0"/>
            <a:ext cx="2264040" cy="189648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180" descr=""/>
          <p:cNvPicPr/>
          <p:nvPr/>
        </p:nvPicPr>
        <p:blipFill>
          <a:blip r:embed="rId4"/>
          <a:stretch/>
        </p:blipFill>
        <p:spPr>
          <a:xfrm>
            <a:off x="8064000" y="0"/>
            <a:ext cx="722160" cy="253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8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182" descr=""/>
          <p:cNvPicPr/>
          <p:nvPr/>
        </p:nvPicPr>
        <p:blipFill>
          <a:blip r:embed="rId2"/>
          <a:stretch/>
        </p:blipFill>
        <p:spPr>
          <a:xfrm>
            <a:off x="19800" y="0"/>
            <a:ext cx="2402640" cy="2539440"/>
          </a:xfrm>
          <a:prstGeom prst="rect">
            <a:avLst/>
          </a:prstGeom>
          <a:ln w="0">
            <a:noFill/>
          </a:ln>
        </p:spPr>
      </p:pic>
      <p:sp>
        <p:nvSpPr>
          <p:cNvPr id="164" name="textbox 183"/>
          <p:cNvSpPr/>
          <p:nvPr/>
        </p:nvSpPr>
        <p:spPr>
          <a:xfrm>
            <a:off x="3268800" y="346680"/>
            <a:ext cx="260136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29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49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3300" spc="38" strike="noStrike">
                <a:solidFill>
                  <a:srgbClr val="e5d5be"/>
                </a:solidFill>
                <a:latin typeface="Times New Roman"/>
                <a:ea typeface="Times New Roman"/>
              </a:rPr>
              <a:t>OT</a:t>
            </a:r>
            <a:r>
              <a:rPr b="0" sz="3300" spc="29" strike="noStrike">
                <a:solidFill>
                  <a:srgbClr val="e5d5be"/>
                </a:solidFill>
                <a:latin typeface="Times New Roman"/>
                <a:ea typeface="Times New Roman"/>
              </a:rPr>
              <a:t>ana</a:t>
            </a:r>
            <a:r>
              <a:rPr b="0" sz="3300" spc="18" strike="noStrike">
                <a:solidFill>
                  <a:srgbClr val="e5d5be"/>
                </a:solidFill>
                <a:latin typeface="Times New Roman"/>
                <a:ea typeface="Times New Roman"/>
              </a:rPr>
              <a:t>l</a:t>
            </a:r>
            <a:r>
              <a:rPr b="0" sz="3300" spc="29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sis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84"/>
          <p:cNvSpPr/>
          <p:nvPr/>
        </p:nvSpPr>
        <p:spPr>
          <a:xfrm>
            <a:off x="1137240" y="3731400"/>
            <a:ext cx="185436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6000"/>
              </a:lnSpc>
              <a:tabLst>
                <a:tab algn="l" pos="0"/>
              </a:tabLst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85"/>
          <p:cNvSpPr/>
          <p:nvPr/>
        </p:nvSpPr>
        <p:spPr>
          <a:xfrm>
            <a:off x="4511880" y="3731400"/>
            <a:ext cx="185436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6000"/>
              </a:lnSpc>
              <a:tabLst>
                <a:tab algn="l" pos="0"/>
              </a:tabLst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186"/>
          <p:cNvSpPr/>
          <p:nvPr/>
        </p:nvSpPr>
        <p:spPr>
          <a:xfrm>
            <a:off x="2799720" y="1749960"/>
            <a:ext cx="185436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6000"/>
              </a:lnSpc>
              <a:tabLst>
                <a:tab algn="l" pos="0"/>
              </a:tabLst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87"/>
          <p:cNvSpPr/>
          <p:nvPr/>
        </p:nvSpPr>
        <p:spPr>
          <a:xfrm>
            <a:off x="6174720" y="1749960"/>
            <a:ext cx="1854360" cy="83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6000"/>
              </a:lnSpc>
              <a:tabLst>
                <a:tab algn="l" pos="0"/>
              </a:tabLst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78480" indent="-65880" defTabSz="914400">
              <a:lnSpc>
                <a:spcPct val="113000"/>
              </a:lnSpc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"/>
          <p:cNvSpPr/>
          <p:nvPr/>
        </p:nvSpPr>
        <p:spPr>
          <a:xfrm>
            <a:off x="2042640" y="3137040"/>
            <a:ext cx="4974120" cy="25200"/>
          </a:xfrm>
          <a:prstGeom prst="rect">
            <a:avLst/>
          </a:prstGeom>
          <a:solidFill>
            <a:srgbClr val="dab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 algn="ctr" defTabSz="914400">
              <a:lnSpc>
                <a:spcPct val="100000"/>
              </a:lnSpc>
            </a:pP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70" name="group 6"/>
          <p:cNvGrpSpPr/>
          <p:nvPr/>
        </p:nvGrpSpPr>
        <p:grpSpPr>
          <a:xfrm>
            <a:off x="5035320" y="2637720"/>
            <a:ext cx="743400" cy="1110960"/>
            <a:chOff x="5035320" y="2637720"/>
            <a:chExt cx="743400" cy="1110960"/>
          </a:xfrm>
        </p:grpSpPr>
        <p:pic>
          <p:nvPicPr>
            <p:cNvPr id="171" name="picture 189" descr=""/>
            <p:cNvPicPr/>
            <p:nvPr/>
          </p:nvPicPr>
          <p:blipFill>
            <a:blip r:embed="rId3"/>
            <a:stretch/>
          </p:blipFill>
          <p:spPr>
            <a:xfrm>
              <a:off x="5048280" y="265068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2" name="textbox 190"/>
            <p:cNvSpPr/>
            <p:nvPr/>
          </p:nvSpPr>
          <p:spPr>
            <a:xfrm>
              <a:off x="5035320" y="2637720"/>
              <a:ext cx="743400" cy="1110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1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000"/>
                </a:lnSpc>
              </a:pPr>
              <a:endParaRPr b="0" lang="vi-VN" sz="1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3000"/>
                </a:lnSpc>
                <a:tabLst>
                  <a:tab algn="l" pos="0"/>
                </a:tabLst>
              </a:pPr>
              <a:r>
                <a:rPr b="0" sz="41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O</a:t>
              </a:r>
              <a:endParaRPr b="0" lang="vi-VN" sz="4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3" name="group 8"/>
          <p:cNvGrpSpPr/>
          <p:nvPr/>
        </p:nvGrpSpPr>
        <p:grpSpPr>
          <a:xfrm>
            <a:off x="3365640" y="2637720"/>
            <a:ext cx="743400" cy="1110960"/>
            <a:chOff x="3365640" y="2637720"/>
            <a:chExt cx="743400" cy="1110960"/>
          </a:xfrm>
        </p:grpSpPr>
        <p:pic>
          <p:nvPicPr>
            <p:cNvPr id="174" name="picture 191" descr=""/>
            <p:cNvPicPr/>
            <p:nvPr/>
          </p:nvPicPr>
          <p:blipFill>
            <a:blip r:embed="rId4"/>
            <a:stretch/>
          </p:blipFill>
          <p:spPr>
            <a:xfrm>
              <a:off x="3378240" y="265068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5" name="textbox 192"/>
            <p:cNvSpPr/>
            <p:nvPr/>
          </p:nvSpPr>
          <p:spPr>
            <a:xfrm>
              <a:off x="3365640" y="2637720"/>
              <a:ext cx="743400" cy="1110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2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2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2000"/>
                </a:lnSpc>
                <a:spcBef>
                  <a:spcPts val="3"/>
                </a:spcBef>
                <a:tabLst>
                  <a:tab algn="l" pos="0"/>
                </a:tabLst>
              </a:pPr>
              <a:r>
                <a:rPr b="0" sz="4100" spc="39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W</a:t>
              </a:r>
              <a:endParaRPr b="0" lang="vi-VN" sz="4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group 10"/>
          <p:cNvGrpSpPr/>
          <p:nvPr/>
        </p:nvGrpSpPr>
        <p:grpSpPr>
          <a:xfrm>
            <a:off x="1695600" y="2637720"/>
            <a:ext cx="743400" cy="1110960"/>
            <a:chOff x="1695600" y="2637720"/>
            <a:chExt cx="743400" cy="1110960"/>
          </a:xfrm>
        </p:grpSpPr>
        <p:pic>
          <p:nvPicPr>
            <p:cNvPr id="177" name="picture 193" descr=""/>
            <p:cNvPicPr/>
            <p:nvPr/>
          </p:nvPicPr>
          <p:blipFill>
            <a:blip r:embed="rId5"/>
            <a:stretch/>
          </p:blipFill>
          <p:spPr>
            <a:xfrm>
              <a:off x="1708200" y="265068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8" name="textbox 194"/>
            <p:cNvSpPr/>
            <p:nvPr/>
          </p:nvSpPr>
          <p:spPr>
            <a:xfrm>
              <a:off x="1695600" y="2637720"/>
              <a:ext cx="743400" cy="1110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97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000"/>
                </a:lnSpc>
              </a:pPr>
              <a:endParaRPr b="0" lang="vi-VN" sz="1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5000"/>
                </a:lnSpc>
                <a:tabLst>
                  <a:tab algn="l" pos="0"/>
                </a:tabLst>
              </a:pPr>
              <a:r>
                <a:rPr b="0" sz="41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</a:t>
              </a:r>
              <a:endParaRPr b="0" lang="vi-VN" sz="4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9" name="group 12"/>
          <p:cNvGrpSpPr/>
          <p:nvPr/>
        </p:nvGrpSpPr>
        <p:grpSpPr>
          <a:xfrm>
            <a:off x="6705360" y="2637720"/>
            <a:ext cx="743400" cy="1118520"/>
            <a:chOff x="6705360" y="2637720"/>
            <a:chExt cx="743400" cy="1118520"/>
          </a:xfrm>
        </p:grpSpPr>
        <p:pic>
          <p:nvPicPr>
            <p:cNvPr id="180" name="picture 195" descr=""/>
            <p:cNvPicPr/>
            <p:nvPr/>
          </p:nvPicPr>
          <p:blipFill>
            <a:blip r:embed="rId6"/>
            <a:stretch/>
          </p:blipFill>
          <p:spPr>
            <a:xfrm>
              <a:off x="6718320" y="265068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1" name="textbox 196"/>
            <p:cNvSpPr/>
            <p:nvPr/>
          </p:nvSpPr>
          <p:spPr>
            <a:xfrm>
              <a:off x="6705360" y="2637720"/>
              <a:ext cx="743400" cy="111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2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3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3000"/>
                </a:lnSpc>
                <a:spcBef>
                  <a:spcPts val="3"/>
                </a:spcBef>
                <a:tabLst>
                  <a:tab algn="l" pos="0"/>
                </a:tabLst>
              </a:pPr>
              <a:r>
                <a:rPr b="0" sz="4100" spc="457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</a:t>
              </a:r>
              <a:endParaRPr b="0" lang="vi-VN" sz="4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9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3" name="textbox 198"/>
          <p:cNvSpPr/>
          <p:nvPr/>
        </p:nvSpPr>
        <p:spPr>
          <a:xfrm>
            <a:off x="2525400" y="1700280"/>
            <a:ext cx="1870200" cy="27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53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07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53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07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vi-VN" sz="4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199"/>
          <p:cNvSpPr/>
          <p:nvPr/>
        </p:nvSpPr>
        <p:spPr>
          <a:xfrm>
            <a:off x="5706360" y="1700280"/>
            <a:ext cx="1870200" cy="27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53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07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53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spcBef>
                <a:spcPts val="607"/>
              </a:spcBef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vi-VN" sz="400" spc="-1" strike="noStrike">
              <a:solidFill>
                <a:srgbClr val="000000"/>
              </a:solidFill>
              <a:latin typeface="Arial"/>
            </a:endParaRPr>
          </a:p>
          <a:p>
            <a:pPr marL="19440" indent="9000" defTabSz="914400">
              <a:lnSpc>
                <a:spcPct val="113000"/>
              </a:lnSpc>
              <a:spcBef>
                <a:spcPts val="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ease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ace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ex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k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picture 200" descr=""/>
          <p:cNvPicPr/>
          <p:nvPr/>
        </p:nvPicPr>
        <p:blipFill>
          <a:blip r:embed="rId2"/>
          <a:stretch/>
        </p:blipFill>
        <p:spPr>
          <a:xfrm>
            <a:off x="6721200" y="0"/>
            <a:ext cx="2264040" cy="189648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201" descr=""/>
          <p:cNvPicPr/>
          <p:nvPr/>
        </p:nvPicPr>
        <p:blipFill>
          <a:blip r:embed="rId3"/>
          <a:stretch/>
        </p:blipFill>
        <p:spPr>
          <a:xfrm>
            <a:off x="8064000" y="0"/>
            <a:ext cx="722160" cy="2539440"/>
          </a:xfrm>
          <a:prstGeom prst="rect">
            <a:avLst/>
          </a:prstGeom>
          <a:ln w="0">
            <a:noFill/>
          </a:ln>
        </p:spPr>
      </p:pic>
      <p:sp>
        <p:nvSpPr>
          <p:cNvPr id="187" name="textbox 202"/>
          <p:cNvSpPr/>
          <p:nvPr/>
        </p:nvSpPr>
        <p:spPr>
          <a:xfrm>
            <a:off x="4120920" y="521280"/>
            <a:ext cx="90972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940"/>
              </a:lnSpc>
              <a:tabLst>
                <a:tab algn="l" pos="0"/>
              </a:tabLst>
            </a:pPr>
            <a:r>
              <a:rPr b="0" sz="3200" spc="-160" strike="noStrike">
                <a:solidFill>
                  <a:srgbClr val="e5d5be"/>
                </a:solidFill>
                <a:latin typeface="Times New Roman"/>
                <a:ea typeface="Times New Roman"/>
              </a:rPr>
              <a:t>G</a:t>
            </a:r>
            <a:r>
              <a:rPr b="0" sz="32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200" spc="-100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32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l</a:t>
            </a:r>
            <a:r>
              <a:rPr b="0" sz="3200" spc="-75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endParaRPr b="0" lang="vi-VN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203" descr=""/>
          <p:cNvPicPr/>
          <p:nvPr/>
        </p:nvPicPr>
        <p:blipFill>
          <a:blip r:embed="rId4"/>
          <a:stretch/>
        </p:blipFill>
        <p:spPr>
          <a:xfrm>
            <a:off x="1763280" y="1735200"/>
            <a:ext cx="513000" cy="69228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204" descr=""/>
          <p:cNvPicPr/>
          <p:nvPr/>
        </p:nvPicPr>
        <p:blipFill>
          <a:blip r:embed="rId5"/>
          <a:stretch/>
        </p:blipFill>
        <p:spPr>
          <a:xfrm>
            <a:off x="1763280" y="2715480"/>
            <a:ext cx="513000" cy="692280"/>
          </a:xfrm>
          <a:prstGeom prst="rect">
            <a:avLst/>
          </a:prstGeom>
          <a:ln w="0">
            <a:noFill/>
          </a:ln>
        </p:spPr>
      </p:pic>
      <p:pic>
        <p:nvPicPr>
          <p:cNvPr id="190" name="picture 205" descr=""/>
          <p:cNvPicPr/>
          <p:nvPr/>
        </p:nvPicPr>
        <p:blipFill>
          <a:blip r:embed="rId6"/>
          <a:stretch/>
        </p:blipFill>
        <p:spPr>
          <a:xfrm>
            <a:off x="1763280" y="3695400"/>
            <a:ext cx="513000" cy="692280"/>
          </a:xfrm>
          <a:prstGeom prst="rect">
            <a:avLst/>
          </a:prstGeom>
          <a:ln w="0">
            <a:noFill/>
          </a:ln>
        </p:spPr>
      </p:pic>
      <p:pic>
        <p:nvPicPr>
          <p:cNvPr id="191" name="picture 206" descr=""/>
          <p:cNvPicPr/>
          <p:nvPr/>
        </p:nvPicPr>
        <p:blipFill>
          <a:blip r:embed="rId7"/>
          <a:stretch/>
        </p:blipFill>
        <p:spPr>
          <a:xfrm>
            <a:off x="4944240" y="1735200"/>
            <a:ext cx="513000" cy="692280"/>
          </a:xfrm>
          <a:prstGeom prst="rect">
            <a:avLst/>
          </a:prstGeom>
          <a:ln w="0">
            <a:noFill/>
          </a:ln>
        </p:spPr>
      </p:pic>
      <p:pic>
        <p:nvPicPr>
          <p:cNvPr id="192" name="picture 207" descr=""/>
          <p:cNvPicPr/>
          <p:nvPr/>
        </p:nvPicPr>
        <p:blipFill>
          <a:blip r:embed="rId8"/>
          <a:stretch/>
        </p:blipFill>
        <p:spPr>
          <a:xfrm>
            <a:off x="4944240" y="2715480"/>
            <a:ext cx="513000" cy="69228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208" descr=""/>
          <p:cNvPicPr/>
          <p:nvPr/>
        </p:nvPicPr>
        <p:blipFill>
          <a:blip r:embed="rId9"/>
          <a:stretch/>
        </p:blipFill>
        <p:spPr>
          <a:xfrm>
            <a:off x="4944240" y="3695400"/>
            <a:ext cx="513000" cy="69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20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95" name="table 210"/>
          <p:cNvGraphicFramePr/>
          <p:nvPr/>
        </p:nvGraphicFramePr>
        <p:xfrm>
          <a:off x="174600" y="3431880"/>
          <a:ext cx="4070160" cy="1711080"/>
        </p:xfrm>
        <a:graphic>
          <a:graphicData uri="http://schemas.openxmlformats.org/drawingml/2006/table">
            <a:tbl>
              <a:tblPr/>
              <a:tblGrid>
                <a:gridCol w="2494800"/>
                <a:gridCol w="1575360"/>
              </a:tblGrid>
              <a:tr h="1711080">
                <a:tc>
                  <a:txBody>
                    <a:bodyPr lIns="0" rIns="0" tIns="360" bIns="0" anchor="t">
                      <a:noAutofit/>
                    </a:bodyPr>
                    <a:p>
                      <a:pPr defTabSz="914400">
                        <a:lnSpc>
                          <a:spcPct val="86000"/>
                        </a:lnSpc>
                        <a:spcBef>
                          <a:spcPts val="6"/>
                        </a:spcBef>
                        <a:tabLst>
                          <a:tab algn="l" pos="0"/>
                        </a:tabLst>
                      </a:pP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b="0" lang="vi-VN" sz="2000" spc="-60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e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w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o</a:t>
                      </a:r>
                      <a:r>
                        <a:rPr b="0" lang="vi-VN" sz="2000" spc="-5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r</a:t>
                      </a:r>
                      <a:r>
                        <a:rPr b="0" lang="vi-VN" sz="2000" spc="-21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d</a:t>
                      </a:r>
                      <a:endParaRPr b="0" lang="vi-VN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spcBef>
                          <a:spcPts val="536"/>
                        </a:spcBef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s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r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t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x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r>
                        <a:rPr b="0" lang="vi-VN" sz="1100" spc="43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,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40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ck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add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 r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v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an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head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n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360" bIns="0" anchor="t">
                      <a:noAutofit/>
                    </a:bodyPr>
                    <a:p>
                      <a:pPr defTabSz="914400">
                        <a:lnSpc>
                          <a:spcPct val="86000"/>
                        </a:lnSpc>
                        <a:spcBef>
                          <a:spcPts val="6"/>
                        </a:spcBef>
                        <a:tabLst>
                          <a:tab algn="l" pos="0"/>
                        </a:tabLst>
                      </a:pP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b="0" lang="vi-VN" sz="2000" spc="-60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e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w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o</a:t>
                      </a:r>
                      <a:r>
                        <a:rPr b="0" lang="vi-VN" sz="2000" spc="-5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r</a:t>
                      </a:r>
                      <a:r>
                        <a:rPr b="0" lang="vi-VN" sz="2000" spc="-21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d</a:t>
                      </a:r>
                      <a:endParaRPr b="0" lang="vi-VN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spcBef>
                          <a:spcPts val="536"/>
                        </a:spcBef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s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r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t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x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r>
                        <a:rPr b="0" lang="vi-VN" sz="1100" spc="4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,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40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ck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add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 r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v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an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head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n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96" name="picture 211" descr=""/>
          <p:cNvPicPr/>
          <p:nvPr/>
        </p:nvPicPr>
        <p:blipFill>
          <a:blip r:embed="rId2"/>
          <a:stretch/>
        </p:blipFill>
        <p:spPr>
          <a:xfrm>
            <a:off x="158400" y="0"/>
            <a:ext cx="2264040" cy="1896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97" name="table 212"/>
          <p:cNvGraphicFramePr/>
          <p:nvPr/>
        </p:nvGraphicFramePr>
        <p:xfrm>
          <a:off x="4916160" y="3431880"/>
          <a:ext cx="3150000" cy="891360"/>
        </p:xfrm>
        <a:graphic>
          <a:graphicData uri="http://schemas.openxmlformats.org/drawingml/2006/table">
            <a:tbl>
              <a:tblPr/>
              <a:tblGrid>
                <a:gridCol w="1575360"/>
                <a:gridCol w="1574640"/>
              </a:tblGrid>
              <a:tr h="891360">
                <a:tc>
                  <a:txBody>
                    <a:bodyPr lIns="0" rIns="0" tIns="360" bIns="0" anchor="t">
                      <a:noAutofit/>
                    </a:bodyPr>
                    <a:p>
                      <a:pPr defTabSz="914400">
                        <a:lnSpc>
                          <a:spcPct val="86000"/>
                        </a:lnSpc>
                        <a:spcBef>
                          <a:spcPts val="6"/>
                        </a:spcBef>
                        <a:tabLst>
                          <a:tab algn="l" pos="0"/>
                        </a:tabLst>
                      </a:pP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b="0" lang="vi-VN" sz="2000" spc="-60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e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w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o</a:t>
                      </a:r>
                      <a:r>
                        <a:rPr b="0" lang="vi-VN" sz="2000" spc="-5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r</a:t>
                      </a:r>
                      <a:r>
                        <a:rPr b="0" lang="vi-VN" sz="2000" spc="-21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d</a:t>
                      </a:r>
                      <a:endParaRPr b="0" lang="vi-VN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spcBef>
                          <a:spcPts val="536"/>
                        </a:spcBef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s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r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t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x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r>
                        <a:rPr b="0" lang="vi-VN" sz="1100" spc="43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,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40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ck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add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 r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v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an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head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n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0" rIns="0" tIns="360" bIns="0" anchor="t">
                      <a:noAutofit/>
                    </a:bodyPr>
                    <a:p>
                      <a:pPr defTabSz="914400">
                        <a:lnSpc>
                          <a:spcPct val="86000"/>
                        </a:lnSpc>
                        <a:spcBef>
                          <a:spcPts val="6"/>
                        </a:spcBef>
                        <a:tabLst>
                          <a:tab algn="l" pos="0"/>
                        </a:tabLst>
                      </a:pP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K</a:t>
                      </a:r>
                      <a:r>
                        <a:rPr b="0" lang="vi-VN" sz="2000" spc="-60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e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y</a:t>
                      </a:r>
                      <a:r>
                        <a:rPr b="0" lang="vi-VN" sz="2000" spc="-9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w</a:t>
                      </a:r>
                      <a:r>
                        <a:rPr b="0" lang="vi-VN" sz="2000" spc="-7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o</a:t>
                      </a:r>
                      <a:r>
                        <a:rPr b="0" lang="vi-VN" sz="2000" spc="-52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r</a:t>
                      </a:r>
                      <a:r>
                        <a:rPr b="0" lang="vi-VN" sz="2000" spc="-21" strike="noStrike">
                          <a:solidFill>
                            <a:srgbClr val="e5d5be"/>
                          </a:solidFill>
                          <a:latin typeface="Times New Roman"/>
                          <a:ea typeface="Times New Roman"/>
                        </a:rPr>
                        <a:t>d</a:t>
                      </a:r>
                      <a:endParaRPr b="0" lang="vi-VN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spcBef>
                          <a:spcPts val="536"/>
                        </a:spcBef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s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r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ep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t</a:t>
                      </a:r>
                      <a:r>
                        <a:rPr b="0" lang="vi-VN" sz="1100" spc="10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9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x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r>
                        <a:rPr b="0" lang="vi-VN" sz="1100" spc="4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,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40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ck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add</a:t>
                      </a:r>
                      <a:r>
                        <a:rPr b="0" lang="vi-VN" sz="1100" spc="7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  r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4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v</a:t>
                      </a:r>
                      <a:r>
                        <a:rPr b="0" lang="vi-VN" sz="1100" spc="12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an</a:t>
                      </a:r>
                      <a:r>
                        <a:rPr b="0" lang="vi-VN" sz="1100" spc="69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t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ts val="1488"/>
                        </a:lnSpc>
                        <a:tabLst>
                          <a:tab algn="l" pos="0"/>
                        </a:tabLst>
                      </a:pP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head</a:t>
                      </a:r>
                      <a:r>
                        <a:rPr b="0" lang="vi-VN" sz="1100" spc="58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li</a:t>
                      </a:r>
                      <a:r>
                        <a:rPr b="0" lang="vi-VN" sz="1100" spc="13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n</a:t>
                      </a:r>
                      <a:r>
                        <a:rPr b="0" lang="vi-VN" sz="1100" spc="117" strike="noStrike">
                          <a:solidFill>
                            <a:srgbClr val="e5d5be"/>
                          </a:solidFill>
                          <a:latin typeface="Arial"/>
                          <a:ea typeface="Arial"/>
                        </a:rPr>
                        <a:t>e</a:t>
                      </a:r>
                      <a:endParaRPr b="0" lang="vi-V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98" name="picture 213" descr=""/>
          <p:cNvPicPr/>
          <p:nvPr/>
        </p:nvPicPr>
        <p:blipFill>
          <a:blip r:embed="rId3"/>
          <a:stretch/>
        </p:blipFill>
        <p:spPr>
          <a:xfrm>
            <a:off x="19800" y="0"/>
            <a:ext cx="722160" cy="2539440"/>
          </a:xfrm>
          <a:prstGeom prst="rect">
            <a:avLst/>
          </a:prstGeom>
          <a:ln w="0">
            <a:noFill/>
          </a:ln>
        </p:spPr>
      </p:pic>
      <p:grpSp>
        <p:nvGrpSpPr>
          <p:cNvPr id="199" name="group 14"/>
          <p:cNvGrpSpPr/>
          <p:nvPr/>
        </p:nvGrpSpPr>
        <p:grpSpPr>
          <a:xfrm>
            <a:off x="4127040" y="1234440"/>
            <a:ext cx="889920" cy="1254960"/>
            <a:chOff x="4127040" y="1234440"/>
            <a:chExt cx="889920" cy="1254960"/>
          </a:xfrm>
        </p:grpSpPr>
        <p:pic>
          <p:nvPicPr>
            <p:cNvPr id="200" name="picture 214" descr=""/>
            <p:cNvPicPr/>
            <p:nvPr/>
          </p:nvPicPr>
          <p:blipFill>
            <a:blip r:embed="rId4"/>
            <a:stretch/>
          </p:blipFill>
          <p:spPr>
            <a:xfrm>
              <a:off x="4139640" y="1247040"/>
              <a:ext cx="864360" cy="1166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1" name="textbox 215"/>
            <p:cNvSpPr/>
            <p:nvPr/>
          </p:nvSpPr>
          <p:spPr>
            <a:xfrm>
              <a:off x="4127040" y="1234440"/>
              <a:ext cx="889920" cy="125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sz="2200" spc="-12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G</a:t>
              </a:r>
              <a:r>
                <a:rPr b="0" sz="2200" spc="-9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o</a:t>
              </a:r>
              <a:r>
                <a:rPr b="0" sz="2200" spc="-8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0" sz="2200" spc="-26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l</a:t>
              </a:r>
              <a:endParaRPr b="0" lang="vi-VN" sz="2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02" name="picture 216" descr=""/>
          <p:cNvPicPr/>
          <p:nvPr/>
        </p:nvPicPr>
        <p:blipFill>
          <a:blip r:embed="rId5"/>
          <a:stretch/>
        </p:blipFill>
        <p:spPr>
          <a:xfrm>
            <a:off x="174600" y="4365000"/>
            <a:ext cx="1120320" cy="778320"/>
          </a:xfrm>
          <a:prstGeom prst="rect">
            <a:avLst/>
          </a:prstGeom>
          <a:ln w="0">
            <a:noFill/>
          </a:ln>
        </p:spPr>
      </p:pic>
      <p:grpSp>
        <p:nvGrpSpPr>
          <p:cNvPr id="203" name="group 16"/>
          <p:cNvGrpSpPr/>
          <p:nvPr/>
        </p:nvGrpSpPr>
        <p:grpSpPr>
          <a:xfrm>
            <a:off x="2319480" y="1750680"/>
            <a:ext cx="779400" cy="1088640"/>
            <a:chOff x="2319480" y="1750680"/>
            <a:chExt cx="779400" cy="1088640"/>
          </a:xfrm>
        </p:grpSpPr>
        <p:pic>
          <p:nvPicPr>
            <p:cNvPr id="204" name="picture 217" descr=""/>
            <p:cNvPicPr/>
            <p:nvPr/>
          </p:nvPicPr>
          <p:blipFill>
            <a:blip r:embed="rId6"/>
            <a:stretch/>
          </p:blipFill>
          <p:spPr>
            <a:xfrm>
              <a:off x="2332080" y="1763280"/>
              <a:ext cx="753480" cy="1017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5" name="textbox 218"/>
            <p:cNvSpPr/>
            <p:nvPr/>
          </p:nvSpPr>
          <p:spPr>
            <a:xfrm>
              <a:off x="2319480" y="1750680"/>
              <a:ext cx="779400" cy="108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79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marL="83880" indent="157320" defTabSz="914400">
                <a:lnSpc>
                  <a:spcPct val="118000"/>
                </a:lnSpc>
                <a:spcBef>
                  <a:spcPts val="3"/>
                </a:spcBef>
                <a:tabLst>
                  <a:tab algn="l" pos="0"/>
                </a:tabLst>
              </a:pPr>
              <a:r>
                <a:rPr b="0" sz="1600" spc="-10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r>
                <a:rPr b="0" sz="1600" spc="-7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r>
                <a:rPr b="0" sz="1600" spc="-6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y</a:t>
              </a:r>
              <a:r>
                <a:rPr b="0" sz="16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</a:t>
              </a:r>
              <a:r>
                <a:rPr b="0" sz="1600" spc="-1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actio</a:t>
              </a:r>
              <a:r>
                <a:rPr b="0" sz="1600" spc="-7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r>
                <a:rPr b="0" sz="1600" spc="-16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0" sz="16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vi-VN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6" name="group 18"/>
          <p:cNvGrpSpPr/>
          <p:nvPr/>
        </p:nvGrpSpPr>
        <p:grpSpPr>
          <a:xfrm>
            <a:off x="6045480" y="1750680"/>
            <a:ext cx="779400" cy="1088640"/>
            <a:chOff x="6045480" y="1750680"/>
            <a:chExt cx="779400" cy="1088640"/>
          </a:xfrm>
        </p:grpSpPr>
        <p:pic>
          <p:nvPicPr>
            <p:cNvPr id="207" name="picture 219" descr=""/>
            <p:cNvPicPr/>
            <p:nvPr/>
          </p:nvPicPr>
          <p:blipFill>
            <a:blip r:embed="rId7"/>
            <a:stretch/>
          </p:blipFill>
          <p:spPr>
            <a:xfrm>
              <a:off x="6058080" y="1763280"/>
              <a:ext cx="753480" cy="1017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8" name="textbox 220"/>
            <p:cNvSpPr/>
            <p:nvPr/>
          </p:nvSpPr>
          <p:spPr>
            <a:xfrm>
              <a:off x="6045480" y="1750680"/>
              <a:ext cx="779400" cy="1088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79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marL="53640" indent="176040" defTabSz="914400">
                <a:lnSpc>
                  <a:spcPct val="118000"/>
                </a:lnSpc>
                <a:spcBef>
                  <a:spcPts val="3"/>
                </a:spcBef>
                <a:tabLst>
                  <a:tab algn="l" pos="0"/>
                </a:tabLst>
              </a:pPr>
              <a:r>
                <a:rPr b="0" sz="1600" spc="-10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r>
                <a:rPr b="0" sz="1600" spc="-7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r>
                <a:rPr b="0" sz="1600" spc="-6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y</a:t>
              </a:r>
              <a:r>
                <a:rPr b="0" sz="16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</a:t>
              </a:r>
              <a:r>
                <a:rPr b="0" sz="1600" spc="9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acti</a:t>
              </a:r>
              <a:r>
                <a:rPr b="0" sz="1600" spc="18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o</a:t>
              </a:r>
              <a:r>
                <a:rPr b="0" sz="16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r>
                <a:rPr b="0" sz="1600" spc="9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0" sz="16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vi-VN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9" name="textbox 221"/>
          <p:cNvSpPr/>
          <p:nvPr/>
        </p:nvSpPr>
        <p:spPr>
          <a:xfrm>
            <a:off x="3868920" y="444960"/>
            <a:ext cx="1420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4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sz="33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rategy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picture 222" descr=""/>
          <p:cNvPicPr/>
          <p:nvPr/>
        </p:nvPicPr>
        <p:blipFill>
          <a:blip r:embed="rId8"/>
          <a:stretch/>
        </p:blipFill>
        <p:spPr>
          <a:xfrm>
            <a:off x="2051280" y="2906280"/>
            <a:ext cx="1329480" cy="442800"/>
          </a:xfrm>
          <a:prstGeom prst="rect">
            <a:avLst/>
          </a:prstGeom>
          <a:ln w="0">
            <a:noFill/>
          </a:ln>
        </p:spPr>
      </p:pic>
      <p:pic>
        <p:nvPicPr>
          <p:cNvPr id="211" name="picture 223" descr=""/>
          <p:cNvPicPr/>
          <p:nvPr/>
        </p:nvPicPr>
        <p:blipFill>
          <a:blip r:embed="rId9"/>
          <a:stretch/>
        </p:blipFill>
        <p:spPr>
          <a:xfrm>
            <a:off x="5768280" y="2906280"/>
            <a:ext cx="1329480" cy="442800"/>
          </a:xfrm>
          <a:prstGeom prst="rect">
            <a:avLst/>
          </a:prstGeom>
          <a:ln w="0">
            <a:noFill/>
          </a:ln>
        </p:spPr>
      </p:pic>
      <p:pic>
        <p:nvPicPr>
          <p:cNvPr id="212" name="picture 224" descr=""/>
          <p:cNvPicPr/>
          <p:nvPr/>
        </p:nvPicPr>
        <p:blipFill>
          <a:blip r:embed="rId10"/>
          <a:stretch/>
        </p:blipFill>
        <p:spPr>
          <a:xfrm>
            <a:off x="3244680" y="1843560"/>
            <a:ext cx="762120" cy="306360"/>
          </a:xfrm>
          <a:prstGeom prst="rect">
            <a:avLst/>
          </a:prstGeom>
          <a:ln w="0">
            <a:noFill/>
          </a:ln>
        </p:spPr>
      </p:pic>
      <p:pic>
        <p:nvPicPr>
          <p:cNvPr id="213" name="picture 225" descr=""/>
          <p:cNvPicPr/>
          <p:nvPr/>
        </p:nvPicPr>
        <p:blipFill>
          <a:blip r:embed="rId11"/>
          <a:stretch/>
        </p:blipFill>
        <p:spPr>
          <a:xfrm>
            <a:off x="5142240" y="1843560"/>
            <a:ext cx="762120" cy="306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2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15" name="picture 227" descr=""/>
          <p:cNvPicPr/>
          <p:nvPr/>
        </p:nvPicPr>
        <p:blipFill>
          <a:blip r:embed="rId2"/>
          <a:stretch/>
        </p:blipFill>
        <p:spPr>
          <a:xfrm>
            <a:off x="0" y="0"/>
            <a:ext cx="2272320" cy="2486520"/>
          </a:xfrm>
          <a:prstGeom prst="rect">
            <a:avLst/>
          </a:prstGeom>
          <a:ln w="0">
            <a:noFill/>
          </a:ln>
        </p:spPr>
      </p:pic>
      <p:pic>
        <p:nvPicPr>
          <p:cNvPr id="216" name="picture 228" descr=""/>
          <p:cNvPicPr/>
          <p:nvPr/>
        </p:nvPicPr>
        <p:blipFill>
          <a:blip r:embed="rId3"/>
          <a:stretch/>
        </p:blipFill>
        <p:spPr>
          <a:xfrm>
            <a:off x="0" y="681480"/>
            <a:ext cx="5969880" cy="4461840"/>
          </a:xfrm>
          <a:prstGeom prst="rect">
            <a:avLst/>
          </a:prstGeom>
          <a:ln w="0">
            <a:noFill/>
          </a:ln>
        </p:spPr>
      </p:pic>
      <p:pic>
        <p:nvPicPr>
          <p:cNvPr id="217" name="picture 229" descr=""/>
          <p:cNvPicPr/>
          <p:nvPr/>
        </p:nvPicPr>
        <p:blipFill>
          <a:blip r:embed="rId4"/>
          <a:stretch/>
        </p:blipFill>
        <p:spPr>
          <a:xfrm>
            <a:off x="7130880" y="3153960"/>
            <a:ext cx="2012760" cy="1989360"/>
          </a:xfrm>
          <a:prstGeom prst="rect">
            <a:avLst/>
          </a:prstGeom>
          <a:ln w="0">
            <a:noFill/>
          </a:ln>
        </p:spPr>
      </p:pic>
      <p:sp>
        <p:nvSpPr>
          <p:cNvPr id="218" name="textbox 230"/>
          <p:cNvSpPr/>
          <p:nvPr/>
        </p:nvSpPr>
        <p:spPr>
          <a:xfrm>
            <a:off x="4328280" y="1612440"/>
            <a:ext cx="344592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600" indent="19440" defTabSz="914400">
              <a:lnSpc>
                <a:spcPct val="113000"/>
              </a:lnSpc>
              <a:tabLst>
                <a:tab algn="l" pos="0"/>
              </a:tabLst>
            </a:pP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3300" spc="-30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picture</a:t>
            </a:r>
            <a:r>
              <a:rPr b="0" sz="3300" spc="-30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al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33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ys      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n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f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ce</a:t>
            </a: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r>
              <a:rPr b="0" sz="3300" spc="-667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he</a:t>
            </a:r>
            <a:r>
              <a:rPr b="0" sz="3300" spc="-667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concep</a:t>
            </a:r>
            <a:r>
              <a:rPr b="0" sz="33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picture 231" descr=""/>
          <p:cNvPicPr/>
          <p:nvPr/>
        </p:nvPicPr>
        <p:blipFill>
          <a:blip r:embed="rId5"/>
          <a:stretch/>
        </p:blipFill>
        <p:spPr>
          <a:xfrm>
            <a:off x="8256960" y="0"/>
            <a:ext cx="722160" cy="253944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232" descr=""/>
          <p:cNvPicPr/>
          <p:nvPr/>
        </p:nvPicPr>
        <p:blipFill>
          <a:blip r:embed="rId6"/>
          <a:stretch/>
        </p:blipFill>
        <p:spPr>
          <a:xfrm>
            <a:off x="6801480" y="0"/>
            <a:ext cx="2342160" cy="921240"/>
          </a:xfrm>
          <a:prstGeom prst="rect">
            <a:avLst/>
          </a:prstGeom>
          <a:ln w="0">
            <a:noFill/>
          </a:ln>
        </p:spPr>
      </p:pic>
      <p:sp>
        <p:nvSpPr>
          <p:cNvPr id="221" name="textbox 233"/>
          <p:cNvSpPr/>
          <p:nvPr/>
        </p:nvSpPr>
        <p:spPr>
          <a:xfrm>
            <a:off x="4347720" y="2975400"/>
            <a:ext cx="2973240" cy="5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5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marL="12600" indent="10440" defTabSz="914400">
              <a:lnSpc>
                <a:spcPct val="103000"/>
              </a:lnSpc>
              <a:tabLst>
                <a:tab algn="l" pos="0"/>
              </a:tabLst>
            </a:pP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2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t  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14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can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copy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you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con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ec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tl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3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23" name="picture 235" descr=""/>
          <p:cNvPicPr/>
          <p:nvPr/>
        </p:nvPicPr>
        <p:blipFill>
          <a:blip r:embed="rId2"/>
          <a:stretch/>
        </p:blipFill>
        <p:spPr>
          <a:xfrm>
            <a:off x="158400" y="0"/>
            <a:ext cx="2264040" cy="189648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236" descr=""/>
          <p:cNvPicPr/>
          <p:nvPr/>
        </p:nvPicPr>
        <p:blipFill>
          <a:blip r:embed="rId3"/>
          <a:stretch/>
        </p:blipFill>
        <p:spPr>
          <a:xfrm>
            <a:off x="19800" y="0"/>
            <a:ext cx="722160" cy="2539440"/>
          </a:xfrm>
          <a:prstGeom prst="rect">
            <a:avLst/>
          </a:prstGeom>
          <a:ln w="0">
            <a:noFill/>
          </a:ln>
        </p:spPr>
      </p:pic>
      <p:sp>
        <p:nvSpPr>
          <p:cNvPr id="225" name="textbox 237"/>
          <p:cNvSpPr/>
          <p:nvPr/>
        </p:nvSpPr>
        <p:spPr>
          <a:xfrm>
            <a:off x="4735440" y="3395520"/>
            <a:ext cx="133128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ad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238"/>
          <p:cNvSpPr/>
          <p:nvPr/>
        </p:nvSpPr>
        <p:spPr>
          <a:xfrm>
            <a:off x="6406560" y="3395520"/>
            <a:ext cx="133128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ad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39"/>
          <p:cNvSpPr/>
          <p:nvPr/>
        </p:nvSpPr>
        <p:spPr>
          <a:xfrm>
            <a:off x="3064680" y="3395520"/>
            <a:ext cx="133128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ad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40"/>
          <p:cNvSpPr/>
          <p:nvPr/>
        </p:nvSpPr>
        <p:spPr>
          <a:xfrm>
            <a:off x="1393560" y="3395520"/>
            <a:ext cx="1331280" cy="98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1049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ad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"/>
          <p:cNvSpPr/>
          <p:nvPr/>
        </p:nvSpPr>
        <p:spPr>
          <a:xfrm>
            <a:off x="2042640" y="2391840"/>
            <a:ext cx="4974120" cy="25200"/>
          </a:xfrm>
          <a:prstGeom prst="rect">
            <a:avLst/>
          </a:prstGeom>
          <a:solidFill>
            <a:srgbClr val="dab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pPr algn="ctr" defTabSz="914400">
              <a:lnSpc>
                <a:spcPct val="100000"/>
              </a:lnSpc>
            </a:pP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30" name="group 20"/>
          <p:cNvGrpSpPr/>
          <p:nvPr/>
        </p:nvGrpSpPr>
        <p:grpSpPr>
          <a:xfrm>
            <a:off x="5035320" y="1924200"/>
            <a:ext cx="743400" cy="999720"/>
            <a:chOff x="5035320" y="1924200"/>
            <a:chExt cx="743400" cy="999720"/>
          </a:xfrm>
        </p:grpSpPr>
        <p:pic>
          <p:nvPicPr>
            <p:cNvPr id="231" name="picture 242" descr=""/>
            <p:cNvPicPr/>
            <p:nvPr/>
          </p:nvPicPr>
          <p:blipFill>
            <a:blip r:embed="rId4"/>
            <a:stretch/>
          </p:blipFill>
          <p:spPr>
            <a:xfrm>
              <a:off x="5048280" y="193680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2" name="textbox 243"/>
            <p:cNvSpPr/>
            <p:nvPr/>
          </p:nvSpPr>
          <p:spPr>
            <a:xfrm>
              <a:off x="5035320" y="1924200"/>
              <a:ext cx="7434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6000"/>
                </a:lnSpc>
                <a:spcBef>
                  <a:spcPts val="3"/>
                </a:spcBef>
                <a:tabLst>
                  <a:tab algn="l" pos="0"/>
                </a:tabLst>
              </a:pPr>
              <a:r>
                <a:rPr b="0" sz="2000" spc="-1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D</a:t>
              </a:r>
              <a:r>
                <a:rPr b="0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ay</a:t>
              </a:r>
              <a:r>
                <a:rPr b="0" sz="2000" spc="-60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0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vi-VN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3" name="group 22"/>
          <p:cNvGrpSpPr/>
          <p:nvPr/>
        </p:nvGrpSpPr>
        <p:grpSpPr>
          <a:xfrm>
            <a:off x="3365640" y="1924200"/>
            <a:ext cx="743400" cy="999720"/>
            <a:chOff x="3365640" y="1924200"/>
            <a:chExt cx="743400" cy="999720"/>
          </a:xfrm>
        </p:grpSpPr>
        <p:pic>
          <p:nvPicPr>
            <p:cNvPr id="234" name="picture 244" descr=""/>
            <p:cNvPicPr/>
            <p:nvPr/>
          </p:nvPicPr>
          <p:blipFill>
            <a:blip r:embed="rId5"/>
            <a:stretch/>
          </p:blipFill>
          <p:spPr>
            <a:xfrm>
              <a:off x="3378240" y="193680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5" name="textbox 245"/>
            <p:cNvSpPr/>
            <p:nvPr/>
          </p:nvSpPr>
          <p:spPr>
            <a:xfrm>
              <a:off x="3365640" y="1924200"/>
              <a:ext cx="7434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6000"/>
                </a:lnSpc>
                <a:tabLst>
                  <a:tab algn="l" pos="0"/>
                </a:tabLst>
              </a:pPr>
              <a:r>
                <a:rPr b="0" sz="2000" spc="-12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Day</a:t>
              </a:r>
              <a:r>
                <a:rPr b="0" sz="2000" spc="-100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 </a:t>
              </a:r>
              <a:r>
                <a:rPr b="0" sz="2000" spc="-1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2</a:t>
              </a:r>
              <a:endParaRPr b="0" lang="vi-VN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6" name="group 24"/>
          <p:cNvGrpSpPr/>
          <p:nvPr/>
        </p:nvGrpSpPr>
        <p:grpSpPr>
          <a:xfrm>
            <a:off x="1695600" y="1924200"/>
            <a:ext cx="743400" cy="999720"/>
            <a:chOff x="1695600" y="1924200"/>
            <a:chExt cx="743400" cy="999720"/>
          </a:xfrm>
        </p:grpSpPr>
        <p:pic>
          <p:nvPicPr>
            <p:cNvPr id="237" name="picture 246" descr=""/>
            <p:cNvPicPr/>
            <p:nvPr/>
          </p:nvPicPr>
          <p:blipFill>
            <a:blip r:embed="rId6"/>
            <a:stretch/>
          </p:blipFill>
          <p:spPr>
            <a:xfrm>
              <a:off x="1708200" y="193680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8" name="textbox 247"/>
            <p:cNvSpPr/>
            <p:nvPr/>
          </p:nvSpPr>
          <p:spPr>
            <a:xfrm>
              <a:off x="1695600" y="1924200"/>
              <a:ext cx="7434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6000"/>
                </a:lnSpc>
                <a:spcBef>
                  <a:spcPts val="3"/>
                </a:spcBef>
                <a:tabLst>
                  <a:tab algn="l" pos="0"/>
                </a:tabLst>
              </a:pPr>
              <a:r>
                <a:rPr b="0" sz="2000" spc="-1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D</a:t>
              </a:r>
              <a:r>
                <a:rPr b="0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ay</a:t>
              </a:r>
              <a:r>
                <a:rPr b="0" sz="2000" spc="-52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0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vi-VN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" name="group 26"/>
          <p:cNvGrpSpPr/>
          <p:nvPr/>
        </p:nvGrpSpPr>
        <p:grpSpPr>
          <a:xfrm>
            <a:off x="6705360" y="1924200"/>
            <a:ext cx="743400" cy="999720"/>
            <a:chOff x="6705360" y="1924200"/>
            <a:chExt cx="743400" cy="999720"/>
          </a:xfrm>
        </p:grpSpPr>
        <p:pic>
          <p:nvPicPr>
            <p:cNvPr id="240" name="picture 248" descr=""/>
            <p:cNvPicPr/>
            <p:nvPr/>
          </p:nvPicPr>
          <p:blipFill>
            <a:blip r:embed="rId7"/>
            <a:stretch/>
          </p:blipFill>
          <p:spPr>
            <a:xfrm>
              <a:off x="6718320" y="1936800"/>
              <a:ext cx="717120" cy="968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1" name="textbox 249"/>
            <p:cNvSpPr/>
            <p:nvPr/>
          </p:nvSpPr>
          <p:spPr>
            <a:xfrm>
              <a:off x="6705360" y="1924200"/>
              <a:ext cx="74340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18000"/>
                </a:lnSpc>
              </a:pPr>
              <a:endParaRPr b="0" lang="vi-VN" sz="10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86000"/>
                </a:lnSpc>
                <a:tabLst>
                  <a:tab algn="l" pos="0"/>
                </a:tabLst>
              </a:pPr>
              <a:r>
                <a:rPr b="0" sz="2000" spc="-12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Da</a:t>
              </a:r>
              <a:r>
                <a:rPr b="0" sz="2000" spc="-7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y</a:t>
              </a:r>
              <a:r>
                <a:rPr b="0" sz="2000" spc="-92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 </a:t>
              </a:r>
              <a:r>
                <a:rPr b="0" sz="2000" spc="-1" strike="noStrike">
                  <a:solidFill>
                    <a:srgbClr val="e5d5be"/>
                  </a:solidFill>
                  <a:latin typeface="Times New Roman"/>
                  <a:ea typeface="Times New Roman"/>
                </a:rPr>
                <a:t>4</a:t>
              </a:r>
              <a:endParaRPr b="0" lang="vi-VN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42" name="picture 250" descr=""/>
          <p:cNvPicPr/>
          <p:nvPr/>
        </p:nvPicPr>
        <p:blipFill>
          <a:blip r:embed="rId8"/>
          <a:stretch/>
        </p:blipFill>
        <p:spPr>
          <a:xfrm>
            <a:off x="8114400" y="4457160"/>
            <a:ext cx="760680" cy="682200"/>
          </a:xfrm>
          <a:prstGeom prst="rect">
            <a:avLst/>
          </a:prstGeom>
          <a:ln w="0">
            <a:noFill/>
          </a:ln>
        </p:spPr>
      </p:pic>
      <p:sp>
        <p:nvSpPr>
          <p:cNvPr id="243" name="textbox 251"/>
          <p:cNvSpPr/>
          <p:nvPr/>
        </p:nvSpPr>
        <p:spPr>
          <a:xfrm>
            <a:off x="3862800" y="447480"/>
            <a:ext cx="14018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4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sz="3300" spc="-191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i</a:t>
            </a:r>
            <a:r>
              <a:rPr b="0" sz="3300" spc="-242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3300" spc="-14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li</a:t>
            </a:r>
            <a:r>
              <a:rPr b="0" sz="3300" spc="-151" strike="noStrike">
                <a:solidFill>
                  <a:srgbClr val="e5d5be"/>
                </a:solidFill>
                <a:latin typeface="Times New Roman"/>
                <a:ea typeface="Times New Roman"/>
              </a:rPr>
              <a:t>n</a:t>
            </a:r>
            <a:r>
              <a:rPr b="0" sz="3300" spc="-86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"/>
          <p:cNvSpPr/>
          <p:nvPr/>
        </p:nvSpPr>
        <p:spPr>
          <a:xfrm>
            <a:off x="2060280" y="2729880"/>
            <a:ext cx="12240" cy="329760"/>
          </a:xfrm>
          <a:prstGeom prst="rect">
            <a:avLst/>
          </a:prstGeom>
          <a:solidFill>
            <a:srgbClr val="dab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45" name="picture 253" descr=""/>
          <p:cNvPicPr/>
          <p:nvPr/>
        </p:nvPicPr>
        <p:blipFill>
          <a:blip r:embed="rId9"/>
          <a:stretch/>
        </p:blipFill>
        <p:spPr>
          <a:xfrm>
            <a:off x="2027520" y="3008880"/>
            <a:ext cx="75600" cy="75600"/>
          </a:xfrm>
          <a:prstGeom prst="rect">
            <a:avLst/>
          </a:prstGeom>
          <a:ln w="0">
            <a:noFill/>
          </a:ln>
        </p:spPr>
      </p:pic>
      <p:sp>
        <p:nvSpPr>
          <p:cNvPr id="246" name="rect"/>
          <p:cNvSpPr/>
          <p:nvPr/>
        </p:nvSpPr>
        <p:spPr>
          <a:xfrm>
            <a:off x="5400360" y="2729880"/>
            <a:ext cx="12240" cy="329760"/>
          </a:xfrm>
          <a:prstGeom prst="rect">
            <a:avLst/>
          </a:prstGeom>
          <a:solidFill>
            <a:srgbClr val="dab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47" name="picture 255" descr=""/>
          <p:cNvPicPr/>
          <p:nvPr/>
        </p:nvPicPr>
        <p:blipFill>
          <a:blip r:embed="rId10"/>
          <a:stretch/>
        </p:blipFill>
        <p:spPr>
          <a:xfrm>
            <a:off x="5367960" y="3008880"/>
            <a:ext cx="75600" cy="75600"/>
          </a:xfrm>
          <a:prstGeom prst="rect">
            <a:avLst/>
          </a:prstGeom>
          <a:ln w="0">
            <a:noFill/>
          </a:ln>
        </p:spPr>
      </p:pic>
      <p:sp>
        <p:nvSpPr>
          <p:cNvPr id="248" name="rect"/>
          <p:cNvSpPr/>
          <p:nvPr/>
        </p:nvSpPr>
        <p:spPr>
          <a:xfrm>
            <a:off x="3730320" y="2729880"/>
            <a:ext cx="12240" cy="329760"/>
          </a:xfrm>
          <a:prstGeom prst="rect">
            <a:avLst/>
          </a:prstGeom>
          <a:solidFill>
            <a:srgbClr val="9354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49" name="picture 257" descr=""/>
          <p:cNvPicPr/>
          <p:nvPr/>
        </p:nvPicPr>
        <p:blipFill>
          <a:blip r:embed="rId11"/>
          <a:stretch/>
        </p:blipFill>
        <p:spPr>
          <a:xfrm>
            <a:off x="3697560" y="3008880"/>
            <a:ext cx="75600" cy="75600"/>
          </a:xfrm>
          <a:prstGeom prst="rect">
            <a:avLst/>
          </a:prstGeom>
          <a:ln w="0">
            <a:noFill/>
          </a:ln>
        </p:spPr>
      </p:pic>
      <p:sp>
        <p:nvSpPr>
          <p:cNvPr id="250" name="rect"/>
          <p:cNvSpPr/>
          <p:nvPr/>
        </p:nvSpPr>
        <p:spPr>
          <a:xfrm>
            <a:off x="7070400" y="2729880"/>
            <a:ext cx="12240" cy="329760"/>
          </a:xfrm>
          <a:prstGeom prst="rect">
            <a:avLst/>
          </a:prstGeom>
          <a:solidFill>
            <a:srgbClr val="9354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b="0" lang="vi-VN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51" name="picture 259" descr=""/>
          <p:cNvPicPr/>
          <p:nvPr/>
        </p:nvPicPr>
        <p:blipFill>
          <a:blip r:embed="rId12"/>
          <a:stretch/>
        </p:blipFill>
        <p:spPr>
          <a:xfrm>
            <a:off x="7038000" y="3008880"/>
            <a:ext cx="75600" cy="7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26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53" name="textbox 261"/>
          <p:cNvSpPr/>
          <p:nvPr/>
        </p:nvSpPr>
        <p:spPr>
          <a:xfrm>
            <a:off x="2549160" y="433440"/>
            <a:ext cx="4059720" cy="280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4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3300" spc="-41" strike="noStrike">
                <a:solidFill>
                  <a:srgbClr val="e5d5be"/>
                </a:solidFill>
                <a:latin typeface="Times New Roman"/>
                <a:ea typeface="Times New Roman"/>
              </a:rPr>
              <a:t>B</a:t>
            </a:r>
            <a:r>
              <a:rPr b="0" sz="3300" spc="-32" strike="noStrike">
                <a:solidFill>
                  <a:srgbClr val="e5d5be"/>
                </a:solidFill>
                <a:latin typeface="Times New Roman"/>
                <a:ea typeface="Times New Roman"/>
              </a:rPr>
              <a:t>udge</a:t>
            </a:r>
            <a:r>
              <a:rPr b="0" sz="3300" spc="-15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1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1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2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3000"/>
              </a:lnSpc>
              <a:tabLst>
                <a:tab algn="l" pos="0"/>
              </a:tabLst>
            </a:pPr>
            <a:endParaRPr b="0" lang="vi-VN" sz="800" spc="-1" strike="noStrike">
              <a:solidFill>
                <a:srgbClr val="000000"/>
              </a:solidFill>
              <a:latin typeface="Arial"/>
            </a:endParaRPr>
          </a:p>
          <a:p>
            <a:pPr marL="12600" indent="692640" defTabSz="914400">
              <a:lnSpc>
                <a:spcPct val="114000"/>
              </a:lnSpc>
              <a:spcBef>
                <a:spcPts val="3"/>
              </a:spcBef>
              <a:tabLst>
                <a:tab algn="l" pos="0"/>
              </a:tabLst>
            </a:pP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Qua</a:t>
            </a:r>
            <a:r>
              <a:rPr b="0" sz="33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rl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3300" spc="-381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bu</a:t>
            </a:r>
            <a:r>
              <a:rPr b="0" sz="3300" spc="-7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get      </a:t>
            </a:r>
            <a:r>
              <a:rPr b="0" sz="6000" spc="180" strike="noStrike">
                <a:solidFill>
                  <a:srgbClr val="e5d5be"/>
                </a:solidFill>
                <a:latin typeface="Times New Roman"/>
                <a:ea typeface="Times New Roman"/>
              </a:rPr>
              <a:t>$30</a:t>
            </a:r>
            <a:r>
              <a:rPr b="0" sz="6000" spc="89" strike="noStrike">
                <a:solidFill>
                  <a:srgbClr val="e5d5be"/>
                </a:solidFill>
                <a:latin typeface="Times New Roman"/>
                <a:ea typeface="Times New Roman"/>
              </a:rPr>
              <a:t>,</a:t>
            </a:r>
            <a:r>
              <a:rPr b="0" sz="6000" spc="180" strike="noStrike">
                <a:solidFill>
                  <a:srgbClr val="e5d5be"/>
                </a:solidFill>
                <a:latin typeface="Times New Roman"/>
                <a:ea typeface="Times New Roman"/>
              </a:rPr>
              <a:t>000</a:t>
            </a:r>
            <a:r>
              <a:rPr b="0" sz="6000" spc="89" strike="noStrike">
                <a:solidFill>
                  <a:srgbClr val="e5d5be"/>
                </a:solidFill>
                <a:latin typeface="Times New Roman"/>
                <a:ea typeface="Times New Roman"/>
              </a:rPr>
              <a:t>,</a:t>
            </a:r>
            <a:r>
              <a:rPr b="0" sz="6000" spc="180" strike="noStrike">
                <a:solidFill>
                  <a:srgbClr val="e5d5be"/>
                </a:solidFill>
                <a:latin typeface="Times New Roman"/>
                <a:ea typeface="Times New Roman"/>
              </a:rPr>
              <a:t>00</a:t>
            </a:r>
            <a:r>
              <a:rPr b="0" sz="6000" spc="143" strike="noStrike">
                <a:solidFill>
                  <a:srgbClr val="e5d5be"/>
                </a:solidFill>
                <a:latin typeface="Times New Roman"/>
                <a:ea typeface="Times New Roman"/>
              </a:rPr>
              <a:t>0</a:t>
            </a:r>
            <a:endParaRPr b="0" lang="vi-VN" sz="6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262" descr=""/>
          <p:cNvPicPr/>
          <p:nvPr/>
        </p:nvPicPr>
        <p:blipFill>
          <a:blip r:embed="rId2"/>
          <a:stretch/>
        </p:blipFill>
        <p:spPr>
          <a:xfrm>
            <a:off x="0" y="0"/>
            <a:ext cx="2363400" cy="2295360"/>
          </a:xfrm>
          <a:prstGeom prst="rect">
            <a:avLst/>
          </a:prstGeom>
          <a:ln w="0">
            <a:noFill/>
          </a:ln>
        </p:spPr>
      </p:pic>
      <p:pic>
        <p:nvPicPr>
          <p:cNvPr id="255" name="picture 263" descr=""/>
          <p:cNvPicPr/>
          <p:nvPr/>
        </p:nvPicPr>
        <p:blipFill>
          <a:blip r:embed="rId3"/>
          <a:stretch/>
        </p:blipFill>
        <p:spPr>
          <a:xfrm>
            <a:off x="7296480" y="0"/>
            <a:ext cx="1847160" cy="19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26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57" name="picture 265" descr=""/>
          <p:cNvPicPr/>
          <p:nvPr/>
        </p:nvPicPr>
        <p:blipFill>
          <a:blip r:embed="rId2"/>
          <a:stretch/>
        </p:blipFill>
        <p:spPr>
          <a:xfrm>
            <a:off x="19800" y="0"/>
            <a:ext cx="3296520" cy="2984040"/>
          </a:xfrm>
          <a:prstGeom prst="rect">
            <a:avLst/>
          </a:prstGeom>
          <a:ln w="0">
            <a:noFill/>
          </a:ln>
        </p:spPr>
      </p:pic>
      <p:pic>
        <p:nvPicPr>
          <p:cNvPr id="258" name="picture 266" descr=""/>
          <p:cNvPicPr/>
          <p:nvPr/>
        </p:nvPicPr>
        <p:blipFill>
          <a:blip r:embed="rId3"/>
          <a:stretch/>
        </p:blipFill>
        <p:spPr>
          <a:xfrm>
            <a:off x="3836880" y="1514520"/>
            <a:ext cx="1469880" cy="1469880"/>
          </a:xfrm>
          <a:prstGeom prst="rect">
            <a:avLst/>
          </a:prstGeom>
          <a:ln w="0">
            <a:noFill/>
          </a:ln>
        </p:spPr>
      </p:pic>
      <p:pic>
        <p:nvPicPr>
          <p:cNvPr id="259" name="picture 267" descr=""/>
          <p:cNvPicPr/>
          <p:nvPr/>
        </p:nvPicPr>
        <p:blipFill>
          <a:blip r:embed="rId4"/>
          <a:stretch/>
        </p:blipFill>
        <p:spPr>
          <a:xfrm>
            <a:off x="5827320" y="1514520"/>
            <a:ext cx="1469880" cy="1469880"/>
          </a:xfrm>
          <a:prstGeom prst="rect">
            <a:avLst/>
          </a:prstGeom>
          <a:ln w="0">
            <a:noFill/>
          </a:ln>
        </p:spPr>
      </p:pic>
      <p:sp>
        <p:nvSpPr>
          <p:cNvPr id="260" name="textbox 268"/>
          <p:cNvSpPr/>
          <p:nvPr/>
        </p:nvSpPr>
        <p:spPr>
          <a:xfrm>
            <a:off x="1854360" y="3235680"/>
            <a:ext cx="147204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536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43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69"/>
          <p:cNvSpPr/>
          <p:nvPr/>
        </p:nvSpPr>
        <p:spPr>
          <a:xfrm>
            <a:off x="3844800" y="3235680"/>
            <a:ext cx="147204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536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43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270"/>
          <p:cNvSpPr/>
          <p:nvPr/>
        </p:nvSpPr>
        <p:spPr>
          <a:xfrm>
            <a:off x="5834880" y="3235680"/>
            <a:ext cx="147204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7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K</a:t>
            </a:r>
            <a:r>
              <a:rPr b="0" sz="2000" spc="-60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y</a:t>
            </a:r>
            <a:r>
              <a:rPr b="0" sz="20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w</a:t>
            </a:r>
            <a:r>
              <a:rPr b="0" sz="2000" spc="-72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20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20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d</a:t>
            </a:r>
            <a:endParaRPr b="0" lang="vi-VN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536"/>
              </a:spcBef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43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40"/>
              </a:lnSpc>
              <a:tabLst>
                <a:tab algn="l" pos="0"/>
              </a:tabLst>
            </a:pP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add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  r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4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tabLst>
                <a:tab algn="l" pos="0"/>
              </a:tabLst>
            </a:pP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n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71"/>
          <p:cNvSpPr/>
          <p:nvPr/>
        </p:nvSpPr>
        <p:spPr>
          <a:xfrm>
            <a:off x="3801600" y="346680"/>
            <a:ext cx="15472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4924"/>
              </a:lnSpc>
              <a:tabLst>
                <a:tab algn="l" pos="0"/>
              </a:tabLst>
            </a:pP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Ou</a:t>
            </a:r>
            <a:r>
              <a:rPr b="0" sz="33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r</a:t>
            </a:r>
            <a:r>
              <a:rPr b="0" sz="3300" spc="-222" strike="noStrike">
                <a:solidFill>
                  <a:srgbClr val="e5d5be"/>
                </a:solidFill>
                <a:latin typeface="Times New Roman"/>
                <a:ea typeface="Times New Roman"/>
              </a:rPr>
              <a:t> </a:t>
            </a:r>
            <a:r>
              <a:rPr b="0" sz="3300" spc="-12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21" strike="noStrike">
                <a:solidFill>
                  <a:srgbClr val="e5d5be"/>
                </a:solidFill>
                <a:latin typeface="Times New Roman"/>
                <a:ea typeface="Times New Roman"/>
              </a:rPr>
              <a:t>e</a:t>
            </a:r>
            <a:r>
              <a:rPr b="0" sz="3300" spc="-15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3300" spc="-1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picture 272" descr=""/>
          <p:cNvPicPr/>
          <p:nvPr/>
        </p:nvPicPr>
        <p:blipFill>
          <a:blip r:embed="rId5"/>
          <a:stretch/>
        </p:blipFill>
        <p:spPr>
          <a:xfrm>
            <a:off x="174600" y="4365000"/>
            <a:ext cx="1120320" cy="77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273" descr=""/>
          <p:cNvPicPr/>
          <p:nvPr/>
        </p:nvPicPr>
        <p:blipFill>
          <a:blip r:embed="rId1"/>
          <a:stretch/>
        </p:blipFill>
        <p:spPr>
          <a:xfrm>
            <a:off x="0" y="0"/>
            <a:ext cx="9140760" cy="5143320"/>
          </a:xfrm>
          <a:prstGeom prst="rect">
            <a:avLst/>
          </a:prstGeom>
          <a:ln w="0">
            <a:noFill/>
          </a:ln>
        </p:spPr>
      </p:pic>
      <p:pic>
        <p:nvPicPr>
          <p:cNvPr id="266" name="picture 274" descr=""/>
          <p:cNvPicPr/>
          <p:nvPr/>
        </p:nvPicPr>
        <p:blipFill>
          <a:blip r:embed="rId2"/>
          <a:stretch/>
        </p:blipFill>
        <p:spPr>
          <a:xfrm>
            <a:off x="6871320" y="0"/>
            <a:ext cx="2272320" cy="2486520"/>
          </a:xfrm>
          <a:prstGeom prst="rect">
            <a:avLst/>
          </a:prstGeom>
          <a:ln w="0">
            <a:noFill/>
          </a:ln>
        </p:spPr>
      </p:pic>
      <p:pic>
        <p:nvPicPr>
          <p:cNvPr id="267" name="picture 275" descr=""/>
          <p:cNvPicPr/>
          <p:nvPr/>
        </p:nvPicPr>
        <p:blipFill>
          <a:blip r:embed="rId3"/>
          <a:stretch/>
        </p:blipFill>
        <p:spPr>
          <a:xfrm>
            <a:off x="3173760" y="681480"/>
            <a:ext cx="5969880" cy="4461840"/>
          </a:xfrm>
          <a:prstGeom prst="rect">
            <a:avLst/>
          </a:prstGeom>
          <a:ln w="0">
            <a:noFill/>
          </a:ln>
        </p:spPr>
      </p:pic>
      <p:pic>
        <p:nvPicPr>
          <p:cNvPr id="268" name="picture 276" descr=""/>
          <p:cNvPicPr/>
          <p:nvPr/>
        </p:nvPicPr>
        <p:blipFill>
          <a:blip r:embed="rId4"/>
          <a:stretch/>
        </p:blipFill>
        <p:spPr>
          <a:xfrm>
            <a:off x="0" y="0"/>
            <a:ext cx="2342160" cy="2539440"/>
          </a:xfrm>
          <a:prstGeom prst="rect">
            <a:avLst/>
          </a:prstGeom>
          <a:ln w="0">
            <a:noFill/>
          </a:ln>
        </p:spPr>
      </p:pic>
      <p:pic>
        <p:nvPicPr>
          <p:cNvPr id="269" name="picture 277" descr=""/>
          <p:cNvPicPr/>
          <p:nvPr/>
        </p:nvPicPr>
        <p:blipFill>
          <a:blip r:embed="rId5"/>
          <a:stretch/>
        </p:blipFill>
        <p:spPr>
          <a:xfrm>
            <a:off x="0" y="3153960"/>
            <a:ext cx="2012760" cy="1989360"/>
          </a:xfrm>
          <a:prstGeom prst="rect">
            <a:avLst/>
          </a:prstGeom>
          <a:ln w="0">
            <a:noFill/>
          </a:ln>
        </p:spPr>
      </p:pic>
      <p:sp>
        <p:nvSpPr>
          <p:cNvPr id="270" name="textbox 278"/>
          <p:cNvSpPr/>
          <p:nvPr/>
        </p:nvSpPr>
        <p:spPr>
          <a:xfrm>
            <a:off x="2367000" y="1991520"/>
            <a:ext cx="2429640" cy="14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9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6000"/>
              </a:lnSpc>
              <a:tabLst>
                <a:tab algn="l" pos="0"/>
              </a:tabLst>
            </a:pPr>
            <a:r>
              <a:rPr b="0" sz="3300" spc="-222" strike="noStrike">
                <a:solidFill>
                  <a:srgbClr val="e5d5be"/>
                </a:solidFill>
                <a:latin typeface="Times New Roman"/>
                <a:ea typeface="Times New Roman"/>
              </a:rPr>
              <a:t>M</a:t>
            </a:r>
            <a:r>
              <a:rPr b="0" sz="3300" spc="-131" strike="noStrike">
                <a:solidFill>
                  <a:srgbClr val="e5d5be"/>
                </a:solidFill>
                <a:latin typeface="Times New Roman"/>
                <a:ea typeface="Times New Roman"/>
              </a:rPr>
              <a:t>o</a:t>
            </a:r>
            <a:r>
              <a:rPr b="0" sz="33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c</a:t>
            </a:r>
            <a:r>
              <a:rPr b="0" sz="3300" spc="-131" strike="noStrike">
                <a:solidFill>
                  <a:srgbClr val="e5d5be"/>
                </a:solidFill>
                <a:latin typeface="Times New Roman"/>
                <a:ea typeface="Times New Roman"/>
              </a:rPr>
              <a:t>ku</a:t>
            </a:r>
            <a:r>
              <a:rPr b="0" sz="3300" spc="-106" strike="noStrike">
                <a:solidFill>
                  <a:srgbClr val="e5d5be"/>
                </a:solidFill>
                <a:latin typeface="Times New Roman"/>
                <a:ea typeface="Times New Roman"/>
              </a:rPr>
              <a:t>p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3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vi-VN" sz="300" spc="-1" strike="noStrike">
              <a:solidFill>
                <a:srgbClr val="000000"/>
              </a:solidFill>
              <a:latin typeface="Arial"/>
            </a:endParaRPr>
          </a:p>
          <a:p>
            <a:pPr marL="12600" indent="14760" defTabSz="914400">
              <a:lnSpc>
                <a:spcPct val="102000"/>
              </a:lnSpc>
              <a:spcBef>
                <a:spcPts val="3"/>
              </a:spcBef>
              <a:tabLst>
                <a:tab algn="l" pos="0"/>
              </a:tabLst>
            </a:pP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ep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ck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d    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v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head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li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ne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137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t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   </a:t>
            </a:r>
            <a:r>
              <a:rPr b="0" sz="1200" spc="43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x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t,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an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op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2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h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picture 27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272" name="picture 280" descr=""/>
          <p:cNvPicPr/>
          <p:nvPr/>
        </p:nvPicPr>
        <p:blipFill>
          <a:blip r:embed="rId2"/>
          <a:stretch/>
        </p:blipFill>
        <p:spPr>
          <a:xfrm>
            <a:off x="19800" y="0"/>
            <a:ext cx="2402640" cy="2539440"/>
          </a:xfrm>
          <a:prstGeom prst="rect">
            <a:avLst/>
          </a:prstGeom>
          <a:ln w="0">
            <a:noFill/>
          </a:ln>
        </p:spPr>
      </p:pic>
      <p:sp>
        <p:nvSpPr>
          <p:cNvPr id="273" name="textbox 281"/>
          <p:cNvSpPr/>
          <p:nvPr/>
        </p:nvSpPr>
        <p:spPr>
          <a:xfrm>
            <a:off x="3018240" y="1496520"/>
            <a:ext cx="3114360" cy="11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1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sz="8500" spc="-131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85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h</a:t>
            </a:r>
            <a:r>
              <a:rPr b="0" sz="8500" spc="-100" strike="noStrike">
                <a:solidFill>
                  <a:srgbClr val="e5d5be"/>
                </a:solidFill>
                <a:latin typeface="Times New Roman"/>
                <a:ea typeface="Times New Roman"/>
              </a:rPr>
              <a:t>a</a:t>
            </a:r>
            <a:r>
              <a:rPr b="0" sz="8500" spc="-111" strike="noStrike">
                <a:solidFill>
                  <a:srgbClr val="e5d5be"/>
                </a:solidFill>
                <a:latin typeface="Times New Roman"/>
                <a:ea typeface="Times New Roman"/>
              </a:rPr>
              <a:t>nk</a:t>
            </a:r>
            <a:r>
              <a:rPr b="0" sz="8500" spc="-52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endParaRPr b="0" lang="vi-VN" sz="8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282"/>
          <p:cNvSpPr/>
          <p:nvPr/>
        </p:nvSpPr>
        <p:spPr>
          <a:xfrm>
            <a:off x="3844440" y="3311280"/>
            <a:ext cx="179784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6"/>
              </a:lnSpc>
              <a:tabLst>
                <a:tab algn="l" pos="0"/>
              </a:tabLst>
            </a:pP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137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il</a:t>
            </a:r>
            <a:r>
              <a:rPr b="0" sz="1200" spc="168" strike="noStrike">
                <a:solidFill>
                  <a:srgbClr val="e5d5be"/>
                </a:solidFill>
                <a:latin typeface="Arial"/>
                <a:ea typeface="Arial"/>
              </a:rPr>
              <a:t>@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137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il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200" spc="7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74000"/>
              </a:lnSpc>
              <a:spcBef>
                <a:spcPts val="278"/>
              </a:spcBef>
              <a:tabLst>
                <a:tab algn="l" pos="0"/>
              </a:tabLst>
            </a:pPr>
            <a:r>
              <a:rPr b="0" sz="1200" spc="18" strike="noStrike">
                <a:solidFill>
                  <a:srgbClr val="e5d5be"/>
                </a:solidFill>
                <a:latin typeface="Arial"/>
                <a:ea typeface="Arial"/>
              </a:rPr>
              <a:t>+91</a:t>
            </a:r>
            <a:r>
              <a:rPr b="0" sz="1200" spc="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18" strike="noStrike">
                <a:solidFill>
                  <a:srgbClr val="e5d5be"/>
                </a:solidFill>
                <a:latin typeface="Arial"/>
                <a:ea typeface="Arial"/>
              </a:rPr>
              <a:t>620</a:t>
            </a:r>
            <a:r>
              <a:rPr b="0" sz="1200" spc="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18" strike="noStrike">
                <a:solidFill>
                  <a:srgbClr val="e5d5be"/>
                </a:solidFill>
                <a:latin typeface="Arial"/>
                <a:ea typeface="Arial"/>
              </a:rPr>
              <a:t>34</a:t>
            </a:r>
            <a:r>
              <a:rPr b="0" sz="1200" spc="9" strike="noStrike">
                <a:solidFill>
                  <a:srgbClr val="e5d5be"/>
                </a:solidFill>
                <a:latin typeface="Arial"/>
                <a:ea typeface="Arial"/>
              </a:rPr>
              <a:t>2 </a:t>
            </a:r>
            <a:r>
              <a:rPr b="0" sz="1200" spc="-1" strike="noStrike">
                <a:solidFill>
                  <a:srgbClr val="e5d5be"/>
                </a:solidFill>
                <a:latin typeface="Arial"/>
                <a:ea typeface="Arial"/>
              </a:rPr>
              <a:t>892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6"/>
              </a:lnSpc>
              <a:tabLst>
                <a:tab algn="l" pos="0"/>
              </a:tabLst>
            </a:pP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ou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14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pan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y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103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picture 283" descr=""/>
          <p:cNvPicPr/>
          <p:nvPr/>
        </p:nvPicPr>
        <p:blipFill>
          <a:blip r:embed="rId3"/>
          <a:stretch/>
        </p:blipFill>
        <p:spPr>
          <a:xfrm>
            <a:off x="6912720" y="4394160"/>
            <a:ext cx="1114200" cy="748800"/>
          </a:xfrm>
          <a:prstGeom prst="rect">
            <a:avLst/>
          </a:prstGeom>
          <a:ln w="0">
            <a:noFill/>
          </a:ln>
        </p:spPr>
      </p:pic>
      <p:sp>
        <p:nvSpPr>
          <p:cNvPr id="276" name="textbox 284"/>
          <p:cNvSpPr/>
          <p:nvPr/>
        </p:nvSpPr>
        <p:spPr>
          <a:xfrm>
            <a:off x="3512160" y="2945520"/>
            <a:ext cx="21369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3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6"/>
              </a:lnSpc>
              <a:tabLst>
                <a:tab algn="l" pos="0"/>
              </a:tabLst>
            </a:pP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you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have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any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ques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ti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ons?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285"/>
          <p:cNvSpPr/>
          <p:nvPr/>
        </p:nvSpPr>
        <p:spPr>
          <a:xfrm>
            <a:off x="3502080" y="3311280"/>
            <a:ext cx="339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1000"/>
              </a:lnSpc>
            </a:pPr>
            <a:endParaRPr b="0" lang="vi-VN" sz="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1000"/>
              </a:lnSpc>
              <a:spcBef>
                <a:spcPts val="3"/>
              </a:spcBef>
              <a:tabLst>
                <a:tab algn="l" pos="0"/>
              </a:tabLst>
            </a:pPr>
            <a:r>
              <a:rPr b="0" sz="1200" spc="128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109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d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8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79" name="textbox 287"/>
          <p:cNvSpPr/>
          <p:nvPr/>
        </p:nvSpPr>
        <p:spPr>
          <a:xfrm>
            <a:off x="2604960" y="1420920"/>
            <a:ext cx="4265640" cy="19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76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sz="3300" spc="-171" strike="noStrike">
                <a:solidFill>
                  <a:srgbClr val="e5d5be"/>
                </a:solidFill>
                <a:latin typeface="Times New Roman"/>
                <a:ea typeface="Times New Roman"/>
              </a:rPr>
              <a:t>F</a:t>
            </a:r>
            <a:r>
              <a:rPr b="0" sz="3300" spc="-151" strike="noStrike">
                <a:solidFill>
                  <a:srgbClr val="e5d5be"/>
                </a:solidFill>
                <a:latin typeface="Times New Roman"/>
                <a:ea typeface="Times New Roman"/>
              </a:rPr>
              <a:t>on</a:t>
            </a:r>
            <a:r>
              <a:rPr b="0" sz="3300" spc="-92" strike="noStrike">
                <a:solidFill>
                  <a:srgbClr val="e5d5be"/>
                </a:solidFill>
                <a:latin typeface="Times New Roman"/>
                <a:ea typeface="Times New Roman"/>
              </a:rPr>
              <a:t>t</a:t>
            </a:r>
            <a:r>
              <a:rPr b="0" sz="3300" spc="-106" strike="noStrike">
                <a:solidFill>
                  <a:srgbClr val="e5d5be"/>
                </a:solidFill>
                <a:latin typeface="Times New Roman"/>
                <a:ea typeface="Times New Roman"/>
              </a:rPr>
              <a:t>s</a:t>
            </a:r>
            <a:endParaRPr b="0" lang="vi-VN" sz="3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6"/>
              </a:lnSpc>
              <a:spcBef>
                <a:spcPts val="363"/>
              </a:spcBef>
              <a:tabLst>
                <a:tab algn="l" pos="0"/>
              </a:tabLst>
            </a:pP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ha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been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97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ade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u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ng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he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ll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200" spc="89" strike="noStrike">
                <a:solidFill>
                  <a:srgbClr val="e5d5be"/>
                </a:solidFill>
                <a:latin typeface="Arial"/>
                <a:ea typeface="Arial"/>
              </a:rPr>
              <a:t>w</a:t>
            </a:r>
            <a:r>
              <a:rPr b="0" sz="1200" spc="2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ng</a:t>
            </a: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 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f</a:t>
            </a:r>
            <a:r>
              <a:rPr b="0" sz="1200" spc="69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200" spc="3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200" spc="5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lang="zh-CN" sz="1200" spc="128" strike="noStrike">
                <a:solidFill>
                  <a:srgbClr val="e5d5be"/>
                </a:solidFill>
                <a:latin typeface="SimSun"/>
                <a:ea typeface="SimSun"/>
              </a:rPr>
              <a:t>：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1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5000"/>
              </a:lnSpc>
              <a:spcBef>
                <a:spcPts val="332"/>
              </a:spcBef>
              <a:tabLst>
                <a:tab algn="l" pos="0"/>
              </a:tabLst>
            </a:pP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Lob</a:t>
            </a:r>
            <a:r>
              <a:rPr b="0" sz="1100" spc="109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1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4000"/>
              </a:lnSpc>
              <a:spcBef>
                <a:spcPts val="255"/>
              </a:spcBef>
              <a:tabLst>
                <a:tab algn="l" pos="0"/>
              </a:tabLst>
            </a:pPr>
            <a:r>
              <a:rPr b="0" sz="1100" spc="148" strike="noStrike" u="sng">
                <a:solidFill>
                  <a:srgbClr val="e5d5be"/>
                </a:solidFill>
                <a:uFillTx/>
                <a:latin typeface="Arial"/>
                <a:ea typeface="Arial"/>
                <a:hlinkClick r:id="rId2"/>
              </a:rPr>
              <a:t>h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tt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://f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goog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/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pe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5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/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Lob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3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endParaRPr b="0" lang="vi-VN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1000"/>
              </a:lnSpc>
              <a:spcBef>
                <a:spcPts val="340"/>
              </a:spcBef>
              <a:tabLst>
                <a:tab algn="l" pos="0"/>
              </a:tabLst>
            </a:pPr>
            <a:r>
              <a:rPr b="0" sz="1100" spc="20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28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89" strike="noStrike">
                <a:solidFill>
                  <a:srgbClr val="e5d5be"/>
                </a:solidFill>
                <a:latin typeface="Arial"/>
                <a:ea typeface="Arial"/>
              </a:rPr>
              <a:t>rr</a:t>
            </a:r>
            <a:r>
              <a:rPr b="0" sz="1100" spc="148" strike="noStrike">
                <a:solidFill>
                  <a:srgbClr val="e5d5be"/>
                </a:solidFill>
                <a:latin typeface="Arial"/>
                <a:ea typeface="Arial"/>
              </a:rPr>
              <a:t>a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88"/>
              </a:lnSpc>
              <a:spcBef>
                <a:spcPts val="45"/>
              </a:spcBef>
              <a:tabLst>
                <a:tab algn="l" pos="0"/>
              </a:tabLst>
            </a:pPr>
            <a:r>
              <a:rPr b="0" sz="1100" spc="157" strike="noStrike" u="sng">
                <a:solidFill>
                  <a:srgbClr val="e5d5be"/>
                </a:solidFill>
                <a:uFillTx/>
                <a:latin typeface="Arial"/>
                <a:ea typeface="Arial"/>
                <a:hlinkClick r:id="rId3"/>
              </a:rPr>
              <a:t>h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tt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p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://f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goog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l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.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/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pe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c</a:t>
            </a:r>
            <a:r>
              <a:rPr b="0" sz="1100" spc="69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/</a:t>
            </a:r>
            <a:r>
              <a:rPr b="0" sz="1100" spc="228" strike="noStrike">
                <a:solidFill>
                  <a:srgbClr val="e5d5be"/>
                </a:solidFill>
                <a:latin typeface="Arial"/>
                <a:ea typeface="Arial"/>
              </a:rPr>
              <a:t>m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on</a:t>
            </a:r>
            <a:r>
              <a:rPr b="0" sz="1100" spc="77" strike="noStrike">
                <a:solidFill>
                  <a:srgbClr val="e5d5be"/>
                </a:solidFill>
                <a:latin typeface="Arial"/>
                <a:ea typeface="Arial"/>
              </a:rPr>
              <a:t>t</a:t>
            </a:r>
            <a:r>
              <a:rPr b="0" sz="1100" spc="137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r>
              <a:rPr b="0" sz="1100" spc="157" strike="noStrike">
                <a:solidFill>
                  <a:srgbClr val="e5d5be"/>
                </a:solidFill>
                <a:latin typeface="Arial"/>
                <a:ea typeface="Arial"/>
              </a:rPr>
              <a:t>e</a:t>
            </a:r>
            <a:r>
              <a:rPr b="0" sz="1100" spc="97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52" strike="noStrike">
                <a:solidFill>
                  <a:srgbClr val="e5d5be"/>
                </a:solidFill>
                <a:latin typeface="Arial"/>
                <a:ea typeface="Arial"/>
              </a:rPr>
              <a:t>r</a:t>
            </a:r>
            <a:r>
              <a:rPr b="0" sz="1100" spc="-1" strike="noStrike">
                <a:solidFill>
                  <a:srgbClr val="e5d5be"/>
                </a:solidFill>
                <a:latin typeface="Arial"/>
                <a:ea typeface="Arial"/>
              </a:rPr>
              <a:t>at</a:t>
            </a:r>
            <a:endParaRPr b="0" lang="vi-V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picture 288" descr=""/>
          <p:cNvPicPr/>
          <p:nvPr/>
        </p:nvPicPr>
        <p:blipFill>
          <a:blip r:embed="rId4"/>
          <a:stretch/>
        </p:blipFill>
        <p:spPr>
          <a:xfrm>
            <a:off x="158400" y="0"/>
            <a:ext cx="2264040" cy="1896480"/>
          </a:xfrm>
          <a:prstGeom prst="rect">
            <a:avLst/>
          </a:prstGeom>
          <a:ln w="0">
            <a:noFill/>
          </a:ln>
        </p:spPr>
      </p:pic>
      <p:pic>
        <p:nvPicPr>
          <p:cNvPr id="281" name="picture 289" descr=""/>
          <p:cNvPicPr/>
          <p:nvPr/>
        </p:nvPicPr>
        <p:blipFill>
          <a:blip r:embed="rId5"/>
          <a:stretch/>
        </p:blipFill>
        <p:spPr>
          <a:xfrm>
            <a:off x="19800" y="0"/>
            <a:ext cx="722160" cy="2539440"/>
          </a:xfrm>
          <a:prstGeom prst="rect">
            <a:avLst/>
          </a:prstGeom>
          <a:ln w="0">
            <a:noFill/>
          </a:ln>
        </p:spPr>
      </p:pic>
      <p:pic>
        <p:nvPicPr>
          <p:cNvPr id="282" name="picture 290" descr=""/>
          <p:cNvPicPr/>
          <p:nvPr/>
        </p:nvPicPr>
        <p:blipFill>
          <a:blip r:embed="rId6"/>
          <a:stretch/>
        </p:blipFill>
        <p:spPr>
          <a:xfrm>
            <a:off x="6912720" y="4394160"/>
            <a:ext cx="1114200" cy="748800"/>
          </a:xfrm>
          <a:prstGeom prst="rect">
            <a:avLst/>
          </a:prstGeom>
          <a:ln w="0">
            <a:noFill/>
          </a:ln>
        </p:spPr>
      </p:pic>
      <p:sp>
        <p:nvSpPr>
          <p:cNvPr id="283" name="textbox 291"/>
          <p:cNvSpPr/>
          <p:nvPr/>
        </p:nvSpPr>
        <p:spPr>
          <a:xfrm>
            <a:off x="2244600" y="2139120"/>
            <a:ext cx="3304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85000"/>
              </a:lnSpc>
            </a:pPr>
            <a:endParaRPr b="0" lang="vi-VN" sz="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81000"/>
              </a:lnSpc>
              <a:tabLst>
                <a:tab algn="l" pos="0"/>
              </a:tabLst>
            </a:pPr>
            <a:r>
              <a:rPr b="0" sz="1200" spc="49" strike="noStrike">
                <a:solidFill>
                  <a:srgbClr val="e5d5be"/>
                </a:solidFill>
                <a:latin typeface="Arial"/>
                <a:ea typeface="Arial"/>
              </a:rPr>
              <a:t>Th</a:t>
            </a:r>
            <a:r>
              <a:rPr b="0" sz="1200" spc="18" strike="noStrike">
                <a:solidFill>
                  <a:srgbClr val="e5d5be"/>
                </a:solidFill>
                <a:latin typeface="Arial"/>
                <a:ea typeface="Arial"/>
              </a:rPr>
              <a:t>i</a:t>
            </a:r>
            <a:r>
              <a:rPr b="0" sz="1200" spc="12" strike="noStrike">
                <a:solidFill>
                  <a:srgbClr val="e5d5be"/>
                </a:solidFill>
                <a:latin typeface="Arial"/>
                <a:ea typeface="Arial"/>
              </a:rPr>
              <a:t>s</a:t>
            </a:r>
            <a:endParaRPr b="0" lang="vi-VN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05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9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shade val="94000"/>
              </a:schemeClr>
            </a:gs>
            <a:gs pos="50000">
              <a:schemeClr val="phClr">
                <a:lumMod val="110000"/>
                <a:tint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vi-VN</dc:language>
  <cp:lastModifiedBy/>
  <dcterms:modified xsi:type="dcterms:W3CDTF">2025-11-02T17:41:30Z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wqlLaW5nc29mdCBQREYgdG8gV1BTIDc1</vt:lpwstr>
  </property>
  <property fmtid="{D5CDD505-2E9C-101B-9397-08002B2CF9AE}" pid="3" name="Created">
    <vt:filetime>2022-04-21T11:24:52Z</vt:filetime>
  </property>
</Properties>
</file>